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07391"/>
    <a:srgbClr val="8850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B6ED73-71B8-4457-986E-0A5B8127DB7E}" v="25" dt="2026-09-10T14:43:49.7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233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5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ías Fonseca C." userId="2a3fd8d4-6edf-4473-b166-77b65cda66b1" providerId="ADAL" clId="{1420915D-E4E3-4B27-AB60-6CC336F056E2}"/>
    <pc:docChg chg="undo custSel addSld delSld modSld">
      <pc:chgData name="Matías Fonseca C." userId="2a3fd8d4-6edf-4473-b166-77b65cda66b1" providerId="ADAL" clId="{1420915D-E4E3-4B27-AB60-6CC336F056E2}" dt="2026-09-10T14:44:19.766" v="362" actId="47"/>
      <pc:docMkLst>
        <pc:docMk/>
      </pc:docMkLst>
      <pc:sldChg chg="modSp mod">
        <pc:chgData name="Matías Fonseca C." userId="2a3fd8d4-6edf-4473-b166-77b65cda66b1" providerId="ADAL" clId="{1420915D-E4E3-4B27-AB60-6CC336F056E2}" dt="2026-09-10T12:55:12.785" v="221" actId="20577"/>
        <pc:sldMkLst>
          <pc:docMk/>
          <pc:sldMk cId="1555263509" sldId="256"/>
        </pc:sldMkLst>
        <pc:spChg chg="mod">
          <ac:chgData name="Matías Fonseca C." userId="2a3fd8d4-6edf-4473-b166-77b65cda66b1" providerId="ADAL" clId="{1420915D-E4E3-4B27-AB60-6CC336F056E2}" dt="2026-09-10T12:55:12.785" v="221" actId="20577"/>
          <ac:spMkLst>
            <pc:docMk/>
            <pc:sldMk cId="1555263509" sldId="256"/>
            <ac:spMk id="3" creationId="{9A31DB31-957C-0BF3-C4BB-8584DAB4C5F4}"/>
          </ac:spMkLst>
        </pc:spChg>
        <pc:spChg chg="mod">
          <ac:chgData name="Matías Fonseca C." userId="2a3fd8d4-6edf-4473-b166-77b65cda66b1" providerId="ADAL" clId="{1420915D-E4E3-4B27-AB60-6CC336F056E2}" dt="2026-09-10T03:57:04.261" v="2" actId="207"/>
          <ac:spMkLst>
            <pc:docMk/>
            <pc:sldMk cId="1555263509" sldId="256"/>
            <ac:spMk id="23" creationId="{B2CCE1C7-D0A9-A65D-1700-072CA1D07546}"/>
          </ac:spMkLst>
        </pc:spChg>
        <pc:spChg chg="mod">
          <ac:chgData name="Matías Fonseca C." userId="2a3fd8d4-6edf-4473-b166-77b65cda66b1" providerId="ADAL" clId="{1420915D-E4E3-4B27-AB60-6CC336F056E2}" dt="2026-09-10T03:57:04.261" v="2" actId="207"/>
          <ac:spMkLst>
            <pc:docMk/>
            <pc:sldMk cId="1555263509" sldId="256"/>
            <ac:spMk id="24" creationId="{96BF3FE0-9847-3D3D-BED8-A43A22BE083B}"/>
          </ac:spMkLst>
        </pc:spChg>
        <pc:spChg chg="mod">
          <ac:chgData name="Matías Fonseca C." userId="2a3fd8d4-6edf-4473-b166-77b65cda66b1" providerId="ADAL" clId="{1420915D-E4E3-4B27-AB60-6CC336F056E2}" dt="2026-09-10T04:09:20.125" v="210" actId="790"/>
          <ac:spMkLst>
            <pc:docMk/>
            <pc:sldMk cId="1555263509" sldId="256"/>
            <ac:spMk id="27" creationId="{A947604C-9814-3DCC-03E3-12BDD781A107}"/>
          </ac:spMkLst>
        </pc:spChg>
        <pc:spChg chg="mod">
          <ac:chgData name="Matías Fonseca C." userId="2a3fd8d4-6edf-4473-b166-77b65cda66b1" providerId="ADAL" clId="{1420915D-E4E3-4B27-AB60-6CC336F056E2}" dt="2026-09-10T04:09:20.125" v="210" actId="790"/>
          <ac:spMkLst>
            <pc:docMk/>
            <pc:sldMk cId="1555263509" sldId="256"/>
            <ac:spMk id="29" creationId="{D2A76CD9-D594-2FE8-EF7B-2063DF55BEA8}"/>
          </ac:spMkLst>
        </pc:spChg>
        <pc:spChg chg="mod">
          <ac:chgData name="Matías Fonseca C." userId="2a3fd8d4-6edf-4473-b166-77b65cda66b1" providerId="ADAL" clId="{1420915D-E4E3-4B27-AB60-6CC336F056E2}" dt="2026-09-10T03:57:04.261" v="2" actId="207"/>
          <ac:spMkLst>
            <pc:docMk/>
            <pc:sldMk cId="1555263509" sldId="256"/>
            <ac:spMk id="30" creationId="{BC6ABBCD-974A-B1ED-7CB0-0EC599B9A510}"/>
          </ac:spMkLst>
        </pc:spChg>
        <pc:spChg chg="mod">
          <ac:chgData name="Matías Fonseca C." userId="2a3fd8d4-6edf-4473-b166-77b65cda66b1" providerId="ADAL" clId="{1420915D-E4E3-4B27-AB60-6CC336F056E2}" dt="2026-09-10T04:09:20.125" v="210" actId="790"/>
          <ac:spMkLst>
            <pc:docMk/>
            <pc:sldMk cId="1555263509" sldId="256"/>
            <ac:spMk id="31" creationId="{6F3FA062-52FD-DA1B-96FD-585D6CA92103}"/>
          </ac:spMkLst>
        </pc:spChg>
        <pc:spChg chg="mod">
          <ac:chgData name="Matías Fonseca C." userId="2a3fd8d4-6edf-4473-b166-77b65cda66b1" providerId="ADAL" clId="{1420915D-E4E3-4B27-AB60-6CC336F056E2}" dt="2026-09-10T04:09:20.125" v="210" actId="790"/>
          <ac:spMkLst>
            <pc:docMk/>
            <pc:sldMk cId="1555263509" sldId="256"/>
            <ac:spMk id="33" creationId="{D20D6457-12A9-D6CC-CEF7-C49E54561B2D}"/>
          </ac:spMkLst>
        </pc:spChg>
        <pc:spChg chg="mod">
          <ac:chgData name="Matías Fonseca C." userId="2a3fd8d4-6edf-4473-b166-77b65cda66b1" providerId="ADAL" clId="{1420915D-E4E3-4B27-AB60-6CC336F056E2}" dt="2026-09-10T04:09:20.125" v="210" actId="790"/>
          <ac:spMkLst>
            <pc:docMk/>
            <pc:sldMk cId="1555263509" sldId="256"/>
            <ac:spMk id="56" creationId="{72111DF7-096A-ED24-80AA-A92B17FCC34A}"/>
          </ac:spMkLst>
        </pc:spChg>
        <pc:spChg chg="mod">
          <ac:chgData name="Matías Fonseca C." userId="2a3fd8d4-6edf-4473-b166-77b65cda66b1" providerId="ADAL" clId="{1420915D-E4E3-4B27-AB60-6CC336F056E2}" dt="2026-09-10T04:09:20.125" v="210" actId="790"/>
          <ac:spMkLst>
            <pc:docMk/>
            <pc:sldMk cId="1555263509" sldId="256"/>
            <ac:spMk id="79" creationId="{4752FD76-95FB-55FD-1697-E363B0909435}"/>
          </ac:spMkLst>
        </pc:spChg>
        <pc:spChg chg="mod">
          <ac:chgData name="Matías Fonseca C." userId="2a3fd8d4-6edf-4473-b166-77b65cda66b1" providerId="ADAL" clId="{1420915D-E4E3-4B27-AB60-6CC336F056E2}" dt="2026-09-10T03:57:04.261" v="2" actId="207"/>
          <ac:spMkLst>
            <pc:docMk/>
            <pc:sldMk cId="1555263509" sldId="256"/>
            <ac:spMk id="83" creationId="{602BCDB8-01D0-926F-11ED-2D069011C653}"/>
          </ac:spMkLst>
        </pc:spChg>
        <pc:spChg chg="mod">
          <ac:chgData name="Matías Fonseca C." userId="2a3fd8d4-6edf-4473-b166-77b65cda66b1" providerId="ADAL" clId="{1420915D-E4E3-4B27-AB60-6CC336F056E2}" dt="2026-09-10T04:09:20.125" v="210" actId="790"/>
          <ac:spMkLst>
            <pc:docMk/>
            <pc:sldMk cId="1555263509" sldId="256"/>
            <ac:spMk id="84" creationId="{732C228E-7498-8DF3-A2FE-3ED36959480C}"/>
          </ac:spMkLst>
        </pc:spChg>
        <pc:spChg chg="mod">
          <ac:chgData name="Matías Fonseca C." userId="2a3fd8d4-6edf-4473-b166-77b65cda66b1" providerId="ADAL" clId="{1420915D-E4E3-4B27-AB60-6CC336F056E2}" dt="2026-09-10T03:57:04.261" v="2" actId="207"/>
          <ac:spMkLst>
            <pc:docMk/>
            <pc:sldMk cId="1555263509" sldId="256"/>
            <ac:spMk id="92" creationId="{6F5B1F55-021B-9B89-0FE6-2826FE670ED9}"/>
          </ac:spMkLst>
        </pc:spChg>
        <pc:spChg chg="mod">
          <ac:chgData name="Matías Fonseca C." userId="2a3fd8d4-6edf-4473-b166-77b65cda66b1" providerId="ADAL" clId="{1420915D-E4E3-4B27-AB60-6CC336F056E2}" dt="2026-09-10T03:57:04.261" v="2" actId="207"/>
          <ac:spMkLst>
            <pc:docMk/>
            <pc:sldMk cId="1555263509" sldId="256"/>
            <ac:spMk id="102" creationId="{88E519DA-9C08-2680-1A22-705EED4D66BA}"/>
          </ac:spMkLst>
        </pc:spChg>
        <pc:spChg chg="mod">
          <ac:chgData name="Matías Fonseca C." userId="2a3fd8d4-6edf-4473-b166-77b65cda66b1" providerId="ADAL" clId="{1420915D-E4E3-4B27-AB60-6CC336F056E2}" dt="2026-09-10T03:57:04.261" v="2" actId="207"/>
          <ac:spMkLst>
            <pc:docMk/>
            <pc:sldMk cId="1555263509" sldId="256"/>
            <ac:spMk id="103" creationId="{C824418C-1541-BF14-2D80-A41FEE2153EB}"/>
          </ac:spMkLst>
        </pc:spChg>
        <pc:spChg chg="mod">
          <ac:chgData name="Matías Fonseca C." userId="2a3fd8d4-6edf-4473-b166-77b65cda66b1" providerId="ADAL" clId="{1420915D-E4E3-4B27-AB60-6CC336F056E2}" dt="2026-09-10T04:09:20.125" v="210" actId="790"/>
          <ac:spMkLst>
            <pc:docMk/>
            <pc:sldMk cId="1555263509" sldId="256"/>
            <ac:spMk id="104" creationId="{1250B6D9-F518-3438-F07F-7D523E16C435}"/>
          </ac:spMkLst>
        </pc:spChg>
        <pc:spChg chg="mod">
          <ac:chgData name="Matías Fonseca C." userId="2a3fd8d4-6edf-4473-b166-77b65cda66b1" providerId="ADAL" clId="{1420915D-E4E3-4B27-AB60-6CC336F056E2}" dt="2026-09-10T03:57:04.261" v="2" actId="207"/>
          <ac:spMkLst>
            <pc:docMk/>
            <pc:sldMk cId="1555263509" sldId="256"/>
            <ac:spMk id="109" creationId="{9F3FC989-E828-1C01-D089-654AB875F493}"/>
          </ac:spMkLst>
        </pc:spChg>
        <pc:spChg chg="mod">
          <ac:chgData name="Matías Fonseca C." userId="2a3fd8d4-6edf-4473-b166-77b65cda66b1" providerId="ADAL" clId="{1420915D-E4E3-4B27-AB60-6CC336F056E2}" dt="2026-09-10T04:09:20.125" v="210" actId="790"/>
          <ac:spMkLst>
            <pc:docMk/>
            <pc:sldMk cId="1555263509" sldId="256"/>
            <ac:spMk id="112" creationId="{57BB57E4-802A-45CD-AE98-7FE1A3108229}"/>
          </ac:spMkLst>
        </pc:spChg>
        <pc:spChg chg="mod">
          <ac:chgData name="Matías Fonseca C." userId="2a3fd8d4-6edf-4473-b166-77b65cda66b1" providerId="ADAL" clId="{1420915D-E4E3-4B27-AB60-6CC336F056E2}" dt="2026-09-10T04:09:20.125" v="210" actId="790"/>
          <ac:spMkLst>
            <pc:docMk/>
            <pc:sldMk cId="1555263509" sldId="256"/>
            <ac:spMk id="131" creationId="{A4372F7F-AA3C-470B-AA61-7C35B7722C9A}"/>
          </ac:spMkLst>
        </pc:spChg>
      </pc:sldChg>
      <pc:sldChg chg="modSp mod">
        <pc:chgData name="Matías Fonseca C." userId="2a3fd8d4-6edf-4473-b166-77b65cda66b1" providerId="ADAL" clId="{1420915D-E4E3-4B27-AB60-6CC336F056E2}" dt="2026-09-10T04:09:20.125" v="210" actId="790"/>
        <pc:sldMkLst>
          <pc:docMk/>
          <pc:sldMk cId="2512892426" sldId="257"/>
        </pc:sldMkLst>
        <pc:spChg chg="mod">
          <ac:chgData name="Matías Fonseca C." userId="2a3fd8d4-6edf-4473-b166-77b65cda66b1" providerId="ADAL" clId="{1420915D-E4E3-4B27-AB60-6CC336F056E2}" dt="2026-09-10T04:09:20.125" v="210" actId="790"/>
          <ac:spMkLst>
            <pc:docMk/>
            <pc:sldMk cId="2512892426" sldId="257"/>
            <ac:spMk id="2" creationId="{63794B73-3AD9-F28C-D64B-9871254EEDCD}"/>
          </ac:spMkLst>
        </pc:spChg>
        <pc:spChg chg="mod">
          <ac:chgData name="Matías Fonseca C." userId="2a3fd8d4-6edf-4473-b166-77b65cda66b1" providerId="ADAL" clId="{1420915D-E4E3-4B27-AB60-6CC336F056E2}" dt="2026-09-10T04:09:20.125" v="210" actId="790"/>
          <ac:spMkLst>
            <pc:docMk/>
            <pc:sldMk cId="2512892426" sldId="257"/>
            <ac:spMk id="8" creationId="{815925C2-A704-4D47-B1C1-3FCA52512EC1}"/>
          </ac:spMkLst>
        </pc:spChg>
        <pc:spChg chg="mod">
          <ac:chgData name="Matías Fonseca C." userId="2a3fd8d4-6edf-4473-b166-77b65cda66b1" providerId="ADAL" clId="{1420915D-E4E3-4B27-AB60-6CC336F056E2}" dt="2026-09-10T04:09:20.125" v="210" actId="790"/>
          <ac:spMkLst>
            <pc:docMk/>
            <pc:sldMk cId="2512892426" sldId="257"/>
            <ac:spMk id="10" creationId="{01D4315C-C23C-4FD3-98DF-08C29E2292A8}"/>
          </ac:spMkLst>
        </pc:spChg>
        <pc:spChg chg="mod">
          <ac:chgData name="Matías Fonseca C." userId="2a3fd8d4-6edf-4473-b166-77b65cda66b1" providerId="ADAL" clId="{1420915D-E4E3-4B27-AB60-6CC336F056E2}" dt="2026-09-10T04:09:20.125" v="210" actId="790"/>
          <ac:spMkLst>
            <pc:docMk/>
            <pc:sldMk cId="2512892426" sldId="257"/>
            <ac:spMk id="17" creationId="{4DDB60AE-8B9C-4BA0-93DC-F8C9EBF6D8BD}"/>
          </ac:spMkLst>
        </pc:spChg>
        <pc:spChg chg="mod">
          <ac:chgData name="Matías Fonseca C." userId="2a3fd8d4-6edf-4473-b166-77b65cda66b1" providerId="ADAL" clId="{1420915D-E4E3-4B27-AB60-6CC336F056E2}" dt="2026-09-10T04:09:20.125" v="210" actId="790"/>
          <ac:spMkLst>
            <pc:docMk/>
            <pc:sldMk cId="2512892426" sldId="257"/>
            <ac:spMk id="19" creationId="{57A70BD2-76FC-4BDD-9E64-3B93D5EF3692}"/>
          </ac:spMkLst>
        </pc:spChg>
        <pc:spChg chg="mod">
          <ac:chgData name="Matías Fonseca C." userId="2a3fd8d4-6edf-4473-b166-77b65cda66b1" providerId="ADAL" clId="{1420915D-E4E3-4B27-AB60-6CC336F056E2}" dt="2026-09-10T04:09:20.125" v="210" actId="790"/>
          <ac:spMkLst>
            <pc:docMk/>
            <pc:sldMk cId="2512892426" sldId="257"/>
            <ac:spMk id="20" creationId="{AADD9643-5489-42CB-9762-FBAC2AAE9FB9}"/>
          </ac:spMkLst>
        </pc:spChg>
        <pc:spChg chg="mod">
          <ac:chgData name="Matías Fonseca C." userId="2a3fd8d4-6edf-4473-b166-77b65cda66b1" providerId="ADAL" clId="{1420915D-E4E3-4B27-AB60-6CC336F056E2}" dt="2026-09-10T04:09:20.125" v="210" actId="790"/>
          <ac:spMkLst>
            <pc:docMk/>
            <pc:sldMk cId="2512892426" sldId="257"/>
            <ac:spMk id="21" creationId="{09A2C16E-2745-4E3D-BECC-D66755221E3B}"/>
          </ac:spMkLst>
        </pc:spChg>
        <pc:spChg chg="mod">
          <ac:chgData name="Matías Fonseca C." userId="2a3fd8d4-6edf-4473-b166-77b65cda66b1" providerId="ADAL" clId="{1420915D-E4E3-4B27-AB60-6CC336F056E2}" dt="2026-09-10T04:09:20.125" v="210" actId="790"/>
          <ac:spMkLst>
            <pc:docMk/>
            <pc:sldMk cId="2512892426" sldId="257"/>
            <ac:spMk id="22" creationId="{52E5A063-571D-4461-9869-B3E93F6E69DD}"/>
          </ac:spMkLst>
        </pc:spChg>
        <pc:spChg chg="mod">
          <ac:chgData name="Matías Fonseca C." userId="2a3fd8d4-6edf-4473-b166-77b65cda66b1" providerId="ADAL" clId="{1420915D-E4E3-4B27-AB60-6CC336F056E2}" dt="2026-09-10T04:09:20.125" v="210" actId="790"/>
          <ac:spMkLst>
            <pc:docMk/>
            <pc:sldMk cId="2512892426" sldId="257"/>
            <ac:spMk id="23" creationId="{366019AD-E33B-4DBF-BAD3-AE3611603168}"/>
          </ac:spMkLst>
        </pc:spChg>
        <pc:spChg chg="mod">
          <ac:chgData name="Matías Fonseca C." userId="2a3fd8d4-6edf-4473-b166-77b65cda66b1" providerId="ADAL" clId="{1420915D-E4E3-4B27-AB60-6CC336F056E2}" dt="2026-09-10T04:09:20.125" v="210" actId="790"/>
          <ac:spMkLst>
            <pc:docMk/>
            <pc:sldMk cId="2512892426" sldId="257"/>
            <ac:spMk id="26" creationId="{765C3B3C-C3BB-3875-BB30-A5C5C0306185}"/>
          </ac:spMkLst>
        </pc:spChg>
      </pc:sldChg>
      <pc:sldChg chg="addSp modSp mod">
        <pc:chgData name="Matías Fonseca C." userId="2a3fd8d4-6edf-4473-b166-77b65cda66b1" providerId="ADAL" clId="{1420915D-E4E3-4B27-AB60-6CC336F056E2}" dt="2026-09-10T04:09:20.125" v="210" actId="790"/>
        <pc:sldMkLst>
          <pc:docMk/>
          <pc:sldMk cId="1220524902" sldId="258"/>
        </pc:sldMkLst>
        <pc:spChg chg="mod">
          <ac:chgData name="Matías Fonseca C." userId="2a3fd8d4-6edf-4473-b166-77b65cda66b1" providerId="ADAL" clId="{1420915D-E4E3-4B27-AB60-6CC336F056E2}" dt="2026-09-10T04:09:20.125" v="210" actId="790"/>
          <ac:spMkLst>
            <pc:docMk/>
            <pc:sldMk cId="1220524902" sldId="258"/>
            <ac:spMk id="2" creationId="{99C6538B-2605-D177-D8E5-1E7AEFA594E2}"/>
          </ac:spMkLst>
        </pc:spChg>
        <pc:spChg chg="add mod">
          <ac:chgData name="Matías Fonseca C." userId="2a3fd8d4-6edf-4473-b166-77b65cda66b1" providerId="ADAL" clId="{1420915D-E4E3-4B27-AB60-6CC336F056E2}" dt="2026-09-10T04:09:20.125" v="210" actId="790"/>
          <ac:spMkLst>
            <pc:docMk/>
            <pc:sldMk cId="1220524902" sldId="258"/>
            <ac:spMk id="8" creationId="{BD171727-B897-18B1-3BBC-4A693AFAE70B}"/>
          </ac:spMkLst>
        </pc:spChg>
        <pc:spChg chg="mod">
          <ac:chgData name="Matías Fonseca C." userId="2a3fd8d4-6edf-4473-b166-77b65cda66b1" providerId="ADAL" clId="{1420915D-E4E3-4B27-AB60-6CC336F056E2}" dt="2026-09-10T04:09:20.125" v="210" actId="790"/>
          <ac:spMkLst>
            <pc:docMk/>
            <pc:sldMk cId="1220524902" sldId="258"/>
            <ac:spMk id="13" creationId="{03AF1C04-3FEF-41BD-BB84-2F263765BEBC}"/>
          </ac:spMkLst>
        </pc:spChg>
        <pc:spChg chg="mod">
          <ac:chgData name="Matías Fonseca C." userId="2a3fd8d4-6edf-4473-b166-77b65cda66b1" providerId="ADAL" clId="{1420915D-E4E3-4B27-AB60-6CC336F056E2}" dt="2026-09-10T04:09:20.125" v="210" actId="790"/>
          <ac:spMkLst>
            <pc:docMk/>
            <pc:sldMk cId="1220524902" sldId="258"/>
            <ac:spMk id="17" creationId="{8E743EB7-3A15-4D51-A603-1F3C290AADAE}"/>
          </ac:spMkLst>
        </pc:spChg>
        <pc:spChg chg="mod">
          <ac:chgData name="Matías Fonseca C." userId="2a3fd8d4-6edf-4473-b166-77b65cda66b1" providerId="ADAL" clId="{1420915D-E4E3-4B27-AB60-6CC336F056E2}" dt="2026-09-10T04:09:20.125" v="210" actId="790"/>
          <ac:spMkLst>
            <pc:docMk/>
            <pc:sldMk cId="1220524902" sldId="258"/>
            <ac:spMk id="20" creationId="{66F1E4BF-D491-4254-81A6-5119D1672E1E}"/>
          </ac:spMkLst>
        </pc:spChg>
        <pc:spChg chg="mod">
          <ac:chgData name="Matías Fonseca C." userId="2a3fd8d4-6edf-4473-b166-77b65cda66b1" providerId="ADAL" clId="{1420915D-E4E3-4B27-AB60-6CC336F056E2}" dt="2026-09-10T04:09:20.125" v="210" actId="790"/>
          <ac:spMkLst>
            <pc:docMk/>
            <pc:sldMk cId="1220524902" sldId="258"/>
            <ac:spMk id="21" creationId="{98C6C0CF-E3BD-4627-9DDF-246EAF2D4CCC}"/>
          </ac:spMkLst>
        </pc:spChg>
        <pc:spChg chg="mod">
          <ac:chgData name="Matías Fonseca C." userId="2a3fd8d4-6edf-4473-b166-77b65cda66b1" providerId="ADAL" clId="{1420915D-E4E3-4B27-AB60-6CC336F056E2}" dt="2026-09-10T04:09:20.125" v="210" actId="790"/>
          <ac:spMkLst>
            <pc:docMk/>
            <pc:sldMk cId="1220524902" sldId="258"/>
            <ac:spMk id="24" creationId="{574BC7CB-EC69-421D-B286-57CAFE86DCA2}"/>
          </ac:spMkLst>
        </pc:spChg>
        <pc:spChg chg="mod">
          <ac:chgData name="Matías Fonseca C." userId="2a3fd8d4-6edf-4473-b166-77b65cda66b1" providerId="ADAL" clId="{1420915D-E4E3-4B27-AB60-6CC336F056E2}" dt="2026-09-10T04:09:20.125" v="210" actId="790"/>
          <ac:spMkLst>
            <pc:docMk/>
            <pc:sldMk cId="1220524902" sldId="258"/>
            <ac:spMk id="27" creationId="{4D9BB18B-7B57-4D1E-B87E-D2A7214F7C3B}"/>
          </ac:spMkLst>
        </pc:spChg>
        <pc:spChg chg="mod">
          <ac:chgData name="Matías Fonseca C." userId="2a3fd8d4-6edf-4473-b166-77b65cda66b1" providerId="ADAL" clId="{1420915D-E4E3-4B27-AB60-6CC336F056E2}" dt="2026-09-10T04:09:20.125" v="210" actId="790"/>
          <ac:spMkLst>
            <pc:docMk/>
            <pc:sldMk cId="1220524902" sldId="258"/>
            <ac:spMk id="28" creationId="{C0A98EF1-1185-4EFF-A3C0-25DEBE8CD99A}"/>
          </ac:spMkLst>
        </pc:spChg>
        <pc:spChg chg="mod">
          <ac:chgData name="Matías Fonseca C." userId="2a3fd8d4-6edf-4473-b166-77b65cda66b1" providerId="ADAL" clId="{1420915D-E4E3-4B27-AB60-6CC336F056E2}" dt="2026-09-10T04:09:20.125" v="210" actId="790"/>
          <ac:spMkLst>
            <pc:docMk/>
            <pc:sldMk cId="1220524902" sldId="258"/>
            <ac:spMk id="30" creationId="{22B072E5-03AC-4D0A-A767-43EFB55BED1D}"/>
          </ac:spMkLst>
        </pc:spChg>
      </pc:sldChg>
      <pc:sldChg chg="addSp delSp modSp mod">
        <pc:chgData name="Matías Fonseca C." userId="2a3fd8d4-6edf-4473-b166-77b65cda66b1" providerId="ADAL" clId="{1420915D-E4E3-4B27-AB60-6CC336F056E2}" dt="2026-09-10T04:10:17.781" v="213" actId="207"/>
        <pc:sldMkLst>
          <pc:docMk/>
          <pc:sldMk cId="2185565434" sldId="259"/>
        </pc:sldMkLst>
        <pc:spChg chg="mod">
          <ac:chgData name="Matías Fonseca C." userId="2a3fd8d4-6edf-4473-b166-77b65cda66b1" providerId="ADAL" clId="{1420915D-E4E3-4B27-AB60-6CC336F056E2}" dt="2026-09-10T04:09:20.125" v="210" actId="790"/>
          <ac:spMkLst>
            <pc:docMk/>
            <pc:sldMk cId="2185565434" sldId="259"/>
            <ac:spMk id="2" creationId="{B8838943-6C62-B9EA-D679-ABAE560BF02C}"/>
          </ac:spMkLst>
        </pc:spChg>
        <pc:spChg chg="mod">
          <ac:chgData name="Matías Fonseca C." userId="2a3fd8d4-6edf-4473-b166-77b65cda66b1" providerId="ADAL" clId="{1420915D-E4E3-4B27-AB60-6CC336F056E2}" dt="2026-09-10T04:09:20.125" v="210" actId="790"/>
          <ac:spMkLst>
            <pc:docMk/>
            <pc:sldMk cId="2185565434" sldId="259"/>
            <ac:spMk id="10" creationId="{52723355-8CCF-4BD2-93BB-A03B1B8C407B}"/>
          </ac:spMkLst>
        </pc:spChg>
        <pc:spChg chg="mod">
          <ac:chgData name="Matías Fonseca C." userId="2a3fd8d4-6edf-4473-b166-77b65cda66b1" providerId="ADAL" clId="{1420915D-E4E3-4B27-AB60-6CC336F056E2}" dt="2026-09-10T04:09:25.354" v="211" actId="5793"/>
          <ac:spMkLst>
            <pc:docMk/>
            <pc:sldMk cId="2185565434" sldId="259"/>
            <ac:spMk id="12" creationId="{FC89A196-A5CB-4DDE-4DAF-9BB07FED3540}"/>
          </ac:spMkLst>
        </pc:spChg>
        <pc:spChg chg="add mod">
          <ac:chgData name="Matías Fonseca C." userId="2a3fd8d4-6edf-4473-b166-77b65cda66b1" providerId="ADAL" clId="{1420915D-E4E3-4B27-AB60-6CC336F056E2}" dt="2026-09-10T04:10:17.781" v="213" actId="207"/>
          <ac:spMkLst>
            <pc:docMk/>
            <pc:sldMk cId="2185565434" sldId="259"/>
            <ac:spMk id="53" creationId="{A07528B9-5B47-B484-98B0-2E9E0BD15496}"/>
          </ac:spMkLst>
        </pc:spChg>
        <pc:spChg chg="add del">
          <ac:chgData name="Matías Fonseca C." userId="2a3fd8d4-6edf-4473-b166-77b65cda66b1" providerId="ADAL" clId="{1420915D-E4E3-4B27-AB60-6CC336F056E2}" dt="2026-09-10T03:57:34.377" v="8" actId="22"/>
          <ac:spMkLst>
            <pc:docMk/>
            <pc:sldMk cId="2185565434" sldId="259"/>
            <ac:spMk id="66" creationId="{0F505A9D-D54D-F29A-C6DF-E2874EA47553}"/>
          </ac:spMkLst>
        </pc:spChg>
        <pc:spChg chg="mod">
          <ac:chgData name="Matías Fonseca C." userId="2a3fd8d4-6edf-4473-b166-77b65cda66b1" providerId="ADAL" clId="{1420915D-E4E3-4B27-AB60-6CC336F056E2}" dt="2026-09-10T04:09:20.125" v="210" actId="790"/>
          <ac:spMkLst>
            <pc:docMk/>
            <pc:sldMk cId="2185565434" sldId="259"/>
            <ac:spMk id="69" creationId="{913AE63C-D5B4-45D1-ACFC-648CFFCF9805}"/>
          </ac:spMkLst>
        </pc:spChg>
        <pc:spChg chg="mod">
          <ac:chgData name="Matías Fonseca C." userId="2a3fd8d4-6edf-4473-b166-77b65cda66b1" providerId="ADAL" clId="{1420915D-E4E3-4B27-AB60-6CC336F056E2}" dt="2026-09-10T04:09:20.125" v="210" actId="790"/>
          <ac:spMkLst>
            <pc:docMk/>
            <pc:sldMk cId="2185565434" sldId="259"/>
            <ac:spMk id="71" creationId="{34DE9D20-D6C2-4834-9EE9-EC583F3FE571}"/>
          </ac:spMkLst>
        </pc:spChg>
        <pc:spChg chg="mod">
          <ac:chgData name="Matías Fonseca C." userId="2a3fd8d4-6edf-4473-b166-77b65cda66b1" providerId="ADAL" clId="{1420915D-E4E3-4B27-AB60-6CC336F056E2}" dt="2026-09-10T04:09:20.125" v="210" actId="790"/>
          <ac:spMkLst>
            <pc:docMk/>
            <pc:sldMk cId="2185565434" sldId="259"/>
            <ac:spMk id="75" creationId="{92FECA53-20C7-45FC-8843-018A589C75B9}"/>
          </ac:spMkLst>
        </pc:spChg>
        <pc:spChg chg="mod">
          <ac:chgData name="Matías Fonseca C." userId="2a3fd8d4-6edf-4473-b166-77b65cda66b1" providerId="ADAL" clId="{1420915D-E4E3-4B27-AB60-6CC336F056E2}" dt="2026-09-10T04:09:20.125" v="210" actId="790"/>
          <ac:spMkLst>
            <pc:docMk/>
            <pc:sldMk cId="2185565434" sldId="259"/>
            <ac:spMk id="78" creationId="{BF4DB9D2-6215-420C-874C-82EADF8C6C70}"/>
          </ac:spMkLst>
        </pc:spChg>
        <pc:spChg chg="mod">
          <ac:chgData name="Matías Fonseca C." userId="2a3fd8d4-6edf-4473-b166-77b65cda66b1" providerId="ADAL" clId="{1420915D-E4E3-4B27-AB60-6CC336F056E2}" dt="2026-09-10T04:09:20.125" v="210" actId="790"/>
          <ac:spMkLst>
            <pc:docMk/>
            <pc:sldMk cId="2185565434" sldId="259"/>
            <ac:spMk id="79" creationId="{1F003139-C97C-44FA-B139-32E4DFDCE9CD}"/>
          </ac:spMkLst>
        </pc:spChg>
        <pc:spChg chg="mod">
          <ac:chgData name="Matías Fonseca C." userId="2a3fd8d4-6edf-4473-b166-77b65cda66b1" providerId="ADAL" clId="{1420915D-E4E3-4B27-AB60-6CC336F056E2}" dt="2026-09-10T04:09:20.125" v="210" actId="790"/>
          <ac:spMkLst>
            <pc:docMk/>
            <pc:sldMk cId="2185565434" sldId="259"/>
            <ac:spMk id="80" creationId="{5CE4DD6E-8CEA-45EE-B630-DBC22144D885}"/>
          </ac:spMkLst>
        </pc:spChg>
        <pc:spChg chg="mod">
          <ac:chgData name="Matías Fonseca C." userId="2a3fd8d4-6edf-4473-b166-77b65cda66b1" providerId="ADAL" clId="{1420915D-E4E3-4B27-AB60-6CC336F056E2}" dt="2026-09-10T04:09:20.125" v="210" actId="790"/>
          <ac:spMkLst>
            <pc:docMk/>
            <pc:sldMk cId="2185565434" sldId="259"/>
            <ac:spMk id="81" creationId="{A4372F7F-AA3C-470B-AA61-7C35B7722C9A}"/>
          </ac:spMkLst>
        </pc:spChg>
        <pc:grpChg chg="mod">
          <ac:chgData name="Matías Fonseca C." userId="2a3fd8d4-6edf-4473-b166-77b65cda66b1" providerId="ADAL" clId="{1420915D-E4E3-4B27-AB60-6CC336F056E2}" dt="2026-09-10T03:58:32.193" v="15" actId="14100"/>
          <ac:grpSpMkLst>
            <pc:docMk/>
            <pc:sldMk cId="2185565434" sldId="259"/>
            <ac:grpSpMk id="9" creationId="{4A73F8D6-33BE-AD1A-C955-5C0CA5C8D7AD}"/>
          </ac:grpSpMkLst>
        </pc:grpChg>
        <pc:grpChg chg="mod">
          <ac:chgData name="Matías Fonseca C." userId="2a3fd8d4-6edf-4473-b166-77b65cda66b1" providerId="ADAL" clId="{1420915D-E4E3-4B27-AB60-6CC336F056E2}" dt="2026-09-10T03:58:27.597" v="14" actId="1076"/>
          <ac:grpSpMkLst>
            <pc:docMk/>
            <pc:sldMk cId="2185565434" sldId="259"/>
            <ac:grpSpMk id="16" creationId="{8550D7D0-8D95-F75D-98BC-B2D27BC55F6A}"/>
          </ac:grpSpMkLst>
        </pc:grpChg>
        <pc:picChg chg="mod">
          <ac:chgData name="Matías Fonseca C." userId="2a3fd8d4-6edf-4473-b166-77b65cda66b1" providerId="ADAL" clId="{1420915D-E4E3-4B27-AB60-6CC336F056E2}" dt="2026-09-10T03:58:27.597" v="14" actId="1076"/>
          <ac:picMkLst>
            <pc:docMk/>
            <pc:sldMk cId="2185565434" sldId="259"/>
            <ac:picMk id="8" creationId="{36AAE6E0-7450-5DFA-3B77-A92959830258}"/>
          </ac:picMkLst>
        </pc:picChg>
      </pc:sldChg>
      <pc:sldChg chg="addSp modSp new mod setBg">
        <pc:chgData name="Matías Fonseca C." userId="2a3fd8d4-6edf-4473-b166-77b65cda66b1" providerId="ADAL" clId="{1420915D-E4E3-4B27-AB60-6CC336F056E2}" dt="2026-09-10T04:09:20.125" v="210" actId="790"/>
        <pc:sldMkLst>
          <pc:docMk/>
          <pc:sldMk cId="3299714624" sldId="260"/>
        </pc:sldMkLst>
        <pc:spChg chg="mod">
          <ac:chgData name="Matías Fonseca C." userId="2a3fd8d4-6edf-4473-b166-77b65cda66b1" providerId="ADAL" clId="{1420915D-E4E3-4B27-AB60-6CC336F056E2}" dt="2026-09-10T04:09:20.125" v="210" actId="790"/>
          <ac:spMkLst>
            <pc:docMk/>
            <pc:sldMk cId="3299714624" sldId="260"/>
            <ac:spMk id="2" creationId="{4BB7545A-30F0-16D4-1469-664F909A1D82}"/>
          </ac:spMkLst>
        </pc:spChg>
        <pc:spChg chg="mod">
          <ac:chgData name="Matías Fonseca C." userId="2a3fd8d4-6edf-4473-b166-77b65cda66b1" providerId="ADAL" clId="{1420915D-E4E3-4B27-AB60-6CC336F056E2}" dt="2026-09-10T04:09:20.125" v="210" actId="790"/>
          <ac:spMkLst>
            <pc:docMk/>
            <pc:sldMk cId="3299714624" sldId="260"/>
            <ac:spMk id="3" creationId="{88F75509-DFC3-D082-0CC8-EB4272EBDE6E}"/>
          </ac:spMkLst>
        </pc:spChg>
        <pc:spChg chg="add mod">
          <ac:chgData name="Matías Fonseca C." userId="2a3fd8d4-6edf-4473-b166-77b65cda66b1" providerId="ADAL" clId="{1420915D-E4E3-4B27-AB60-6CC336F056E2}" dt="2026-09-10T04:09:20.125" v="210" actId="790"/>
          <ac:spMkLst>
            <pc:docMk/>
            <pc:sldMk cId="3299714624" sldId="260"/>
            <ac:spMk id="8" creationId="{815925C2-A704-4D47-B1C1-3FCA52512EC1}"/>
          </ac:spMkLst>
        </pc:spChg>
        <pc:spChg chg="add mod">
          <ac:chgData name="Matías Fonseca C." userId="2a3fd8d4-6edf-4473-b166-77b65cda66b1" providerId="ADAL" clId="{1420915D-E4E3-4B27-AB60-6CC336F056E2}" dt="2026-09-10T04:09:20.125" v="210" actId="790"/>
          <ac:spMkLst>
            <pc:docMk/>
            <pc:sldMk cId="3299714624" sldId="260"/>
            <ac:spMk id="10" creationId="{01D4315C-C23C-4FD3-98DF-08C29E2292A8}"/>
          </ac:spMkLst>
        </pc:spChg>
        <pc:spChg chg="mod">
          <ac:chgData name="Matías Fonseca C." userId="2a3fd8d4-6edf-4473-b166-77b65cda66b1" providerId="ADAL" clId="{1420915D-E4E3-4B27-AB60-6CC336F056E2}" dt="2026-09-10T04:09:20.125" v="210" actId="790"/>
          <ac:spMkLst>
            <pc:docMk/>
            <pc:sldMk cId="3299714624" sldId="260"/>
            <ac:spMk id="13" creationId="{13038185-AC3C-4595-945F-25311424C583}"/>
          </ac:spMkLst>
        </pc:spChg>
        <pc:spChg chg="mod">
          <ac:chgData name="Matías Fonseca C." userId="2a3fd8d4-6edf-4473-b166-77b65cda66b1" providerId="ADAL" clId="{1420915D-E4E3-4B27-AB60-6CC336F056E2}" dt="2026-09-10T04:09:20.125" v="210" actId="790"/>
          <ac:spMkLst>
            <pc:docMk/>
            <pc:sldMk cId="3299714624" sldId="260"/>
            <ac:spMk id="14" creationId="{75D51AA0-C095-4650-A361-B294320BFE42}"/>
          </ac:spMkLst>
        </pc:spChg>
        <pc:spChg chg="mod">
          <ac:chgData name="Matías Fonseca C." userId="2a3fd8d4-6edf-4473-b166-77b65cda66b1" providerId="ADAL" clId="{1420915D-E4E3-4B27-AB60-6CC336F056E2}" dt="2026-09-10T04:09:20.125" v="210" actId="790"/>
          <ac:spMkLst>
            <pc:docMk/>
            <pc:sldMk cId="3299714624" sldId="260"/>
            <ac:spMk id="17" creationId="{4DDB60AE-8B9C-4BA0-93DC-F8C9EBF6D8BD}"/>
          </ac:spMkLst>
        </pc:spChg>
        <pc:spChg chg="mod">
          <ac:chgData name="Matías Fonseca C." userId="2a3fd8d4-6edf-4473-b166-77b65cda66b1" providerId="ADAL" clId="{1420915D-E4E3-4B27-AB60-6CC336F056E2}" dt="2026-09-10T04:09:20.125" v="210" actId="790"/>
          <ac:spMkLst>
            <pc:docMk/>
            <pc:sldMk cId="3299714624" sldId="260"/>
            <ac:spMk id="18" creationId="{9F247760-BE07-41A2-969E-570081E65529}"/>
          </ac:spMkLst>
        </pc:spChg>
        <pc:spChg chg="mod">
          <ac:chgData name="Matías Fonseca C." userId="2a3fd8d4-6edf-4473-b166-77b65cda66b1" providerId="ADAL" clId="{1420915D-E4E3-4B27-AB60-6CC336F056E2}" dt="2026-09-10T04:09:20.125" v="210" actId="790"/>
          <ac:spMkLst>
            <pc:docMk/>
            <pc:sldMk cId="3299714624" sldId="260"/>
            <ac:spMk id="20" creationId="{AADD9643-5489-42CB-9762-FBAC2AAE9FB9}"/>
          </ac:spMkLst>
        </pc:spChg>
        <pc:spChg chg="mod">
          <ac:chgData name="Matías Fonseca C." userId="2a3fd8d4-6edf-4473-b166-77b65cda66b1" providerId="ADAL" clId="{1420915D-E4E3-4B27-AB60-6CC336F056E2}" dt="2026-09-10T04:09:20.125" v="210" actId="790"/>
          <ac:spMkLst>
            <pc:docMk/>
            <pc:sldMk cId="3299714624" sldId="260"/>
            <ac:spMk id="23" creationId="{366019AD-E33B-4DBF-BAD3-AE3611603168}"/>
          </ac:spMkLst>
        </pc:spChg>
        <pc:grpChg chg="add">
          <ac:chgData name="Matías Fonseca C." userId="2a3fd8d4-6edf-4473-b166-77b65cda66b1" providerId="ADAL" clId="{1420915D-E4E3-4B27-AB60-6CC336F056E2}" dt="2026-09-10T04:06:52.696" v="130" actId="26606"/>
          <ac:grpSpMkLst>
            <pc:docMk/>
            <pc:sldMk cId="3299714624" sldId="260"/>
            <ac:grpSpMk id="12" creationId="{5E6B47BC-43FD-4C91-8BFF-B41B99A8A39E}"/>
          </ac:grpSpMkLst>
        </pc:grpChg>
        <pc:grpChg chg="add">
          <ac:chgData name="Matías Fonseca C." userId="2a3fd8d4-6edf-4473-b166-77b65cda66b1" providerId="ADAL" clId="{1420915D-E4E3-4B27-AB60-6CC336F056E2}" dt="2026-09-10T04:06:52.696" v="130" actId="26606"/>
          <ac:grpSpMkLst>
            <pc:docMk/>
            <pc:sldMk cId="3299714624" sldId="260"/>
            <ac:grpSpMk id="16" creationId="{43F5E015-E085-4624-B431-B42414448684}"/>
          </ac:grpSpMkLst>
        </pc:grpChg>
      </pc:sldChg>
      <pc:sldChg chg="addSp modSp new del mod">
        <pc:chgData name="Matías Fonseca C." userId="2a3fd8d4-6edf-4473-b166-77b65cda66b1" providerId="ADAL" clId="{1420915D-E4E3-4B27-AB60-6CC336F056E2}" dt="2026-09-10T14:44:19.766" v="362" actId="47"/>
        <pc:sldMkLst>
          <pc:docMk/>
          <pc:sldMk cId="3745206965" sldId="261"/>
        </pc:sldMkLst>
        <pc:spChg chg="mod">
          <ac:chgData name="Matías Fonseca C." userId="2a3fd8d4-6edf-4473-b166-77b65cda66b1" providerId="ADAL" clId="{1420915D-E4E3-4B27-AB60-6CC336F056E2}" dt="2026-09-10T14:40:43.443" v="270" actId="20577"/>
          <ac:spMkLst>
            <pc:docMk/>
            <pc:sldMk cId="3745206965" sldId="261"/>
            <ac:spMk id="2" creationId="{6359BFA9-4591-E3F4-6DD9-508F16226B39}"/>
          </ac:spMkLst>
        </pc:spChg>
        <pc:spChg chg="mod">
          <ac:chgData name="Matías Fonseca C." userId="2a3fd8d4-6edf-4473-b166-77b65cda66b1" providerId="ADAL" clId="{1420915D-E4E3-4B27-AB60-6CC336F056E2}" dt="2026-09-10T14:39:55.253" v="265" actId="20577"/>
          <ac:spMkLst>
            <pc:docMk/>
            <pc:sldMk cId="3745206965" sldId="261"/>
            <ac:spMk id="3" creationId="{8352F03C-D332-766C-9420-D5F03A9DD351}"/>
          </ac:spMkLst>
        </pc:spChg>
        <pc:spChg chg="mod">
          <ac:chgData name="Matías Fonseca C." userId="2a3fd8d4-6edf-4473-b166-77b65cda66b1" providerId="ADAL" clId="{1420915D-E4E3-4B27-AB60-6CC336F056E2}" dt="2026-09-10T13:07:24.079" v="247"/>
          <ac:spMkLst>
            <pc:docMk/>
            <pc:sldMk cId="3745206965" sldId="261"/>
            <ac:spMk id="5" creationId="{850B0033-ED91-813A-EEBF-49A624C0F76F}"/>
          </ac:spMkLst>
        </pc:spChg>
        <pc:spChg chg="mod">
          <ac:chgData name="Matías Fonseca C." userId="2a3fd8d4-6edf-4473-b166-77b65cda66b1" providerId="ADAL" clId="{1420915D-E4E3-4B27-AB60-6CC336F056E2}" dt="2026-09-10T13:07:24.079" v="247"/>
          <ac:spMkLst>
            <pc:docMk/>
            <pc:sldMk cId="3745206965" sldId="261"/>
            <ac:spMk id="6" creationId="{58D8D519-11C2-5976-A443-89E67AB9C05F}"/>
          </ac:spMkLst>
        </pc:spChg>
        <pc:spChg chg="mod">
          <ac:chgData name="Matías Fonseca C." userId="2a3fd8d4-6edf-4473-b166-77b65cda66b1" providerId="ADAL" clId="{1420915D-E4E3-4B27-AB60-6CC336F056E2}" dt="2026-09-10T13:07:24.079" v="247"/>
          <ac:spMkLst>
            <pc:docMk/>
            <pc:sldMk cId="3745206965" sldId="261"/>
            <ac:spMk id="7" creationId="{56212F99-2BFD-96CF-7007-CF399FC716F7}"/>
          </ac:spMkLst>
        </pc:spChg>
        <pc:spChg chg="mod">
          <ac:chgData name="Matías Fonseca C." userId="2a3fd8d4-6edf-4473-b166-77b65cda66b1" providerId="ADAL" clId="{1420915D-E4E3-4B27-AB60-6CC336F056E2}" dt="2026-09-10T13:07:24.079" v="247"/>
          <ac:spMkLst>
            <pc:docMk/>
            <pc:sldMk cId="3745206965" sldId="261"/>
            <ac:spMk id="8" creationId="{5893C3DE-18D9-7D93-3797-576AA34B99C9}"/>
          </ac:spMkLst>
        </pc:spChg>
        <pc:spChg chg="mod">
          <ac:chgData name="Matías Fonseca C." userId="2a3fd8d4-6edf-4473-b166-77b65cda66b1" providerId="ADAL" clId="{1420915D-E4E3-4B27-AB60-6CC336F056E2}" dt="2026-09-10T13:07:24.079" v="247"/>
          <ac:spMkLst>
            <pc:docMk/>
            <pc:sldMk cId="3745206965" sldId="261"/>
            <ac:spMk id="9" creationId="{B48E8A37-FBD3-C3EB-E7AF-3CE3FF9E0F7C}"/>
          </ac:spMkLst>
        </pc:spChg>
        <pc:spChg chg="mod">
          <ac:chgData name="Matías Fonseca C." userId="2a3fd8d4-6edf-4473-b166-77b65cda66b1" providerId="ADAL" clId="{1420915D-E4E3-4B27-AB60-6CC336F056E2}" dt="2026-09-10T13:07:24.079" v="247"/>
          <ac:spMkLst>
            <pc:docMk/>
            <pc:sldMk cId="3745206965" sldId="261"/>
            <ac:spMk id="10" creationId="{FEE1C17F-B4C3-70EC-BA9E-728C2A2D3AC0}"/>
          </ac:spMkLst>
        </pc:spChg>
        <pc:spChg chg="mod">
          <ac:chgData name="Matías Fonseca C." userId="2a3fd8d4-6edf-4473-b166-77b65cda66b1" providerId="ADAL" clId="{1420915D-E4E3-4B27-AB60-6CC336F056E2}" dt="2026-09-10T13:07:24.079" v="247"/>
          <ac:spMkLst>
            <pc:docMk/>
            <pc:sldMk cId="3745206965" sldId="261"/>
            <ac:spMk id="11" creationId="{B3EB78BE-E168-017F-BD95-9F76B993851B}"/>
          </ac:spMkLst>
        </pc:spChg>
        <pc:spChg chg="mod">
          <ac:chgData name="Matías Fonseca C." userId="2a3fd8d4-6edf-4473-b166-77b65cda66b1" providerId="ADAL" clId="{1420915D-E4E3-4B27-AB60-6CC336F056E2}" dt="2026-09-10T13:07:24.079" v="247"/>
          <ac:spMkLst>
            <pc:docMk/>
            <pc:sldMk cId="3745206965" sldId="261"/>
            <ac:spMk id="12" creationId="{43B54D5A-8FED-BD80-A357-E780E3E9AC21}"/>
          </ac:spMkLst>
        </pc:spChg>
        <pc:spChg chg="mod">
          <ac:chgData name="Matías Fonseca C." userId="2a3fd8d4-6edf-4473-b166-77b65cda66b1" providerId="ADAL" clId="{1420915D-E4E3-4B27-AB60-6CC336F056E2}" dt="2026-09-10T13:07:24.079" v="247"/>
          <ac:spMkLst>
            <pc:docMk/>
            <pc:sldMk cId="3745206965" sldId="261"/>
            <ac:spMk id="13" creationId="{478FAD30-F58F-AB3C-F711-6B077667719A}"/>
          </ac:spMkLst>
        </pc:spChg>
        <pc:spChg chg="mod">
          <ac:chgData name="Matías Fonseca C." userId="2a3fd8d4-6edf-4473-b166-77b65cda66b1" providerId="ADAL" clId="{1420915D-E4E3-4B27-AB60-6CC336F056E2}" dt="2026-09-10T13:07:24.079" v="247"/>
          <ac:spMkLst>
            <pc:docMk/>
            <pc:sldMk cId="3745206965" sldId="261"/>
            <ac:spMk id="14" creationId="{2B7105FC-3B57-1B28-C55E-E98B093FF87D}"/>
          </ac:spMkLst>
        </pc:spChg>
        <pc:spChg chg="mod">
          <ac:chgData name="Matías Fonseca C." userId="2a3fd8d4-6edf-4473-b166-77b65cda66b1" providerId="ADAL" clId="{1420915D-E4E3-4B27-AB60-6CC336F056E2}" dt="2026-09-10T14:35:42.163" v="252"/>
          <ac:spMkLst>
            <pc:docMk/>
            <pc:sldMk cId="3745206965" sldId="261"/>
            <ac:spMk id="16" creationId="{A9295ACE-7642-8F3D-EC2B-FD9FADC4EE11}"/>
          </ac:spMkLst>
        </pc:spChg>
        <pc:spChg chg="mod">
          <ac:chgData name="Matías Fonseca C." userId="2a3fd8d4-6edf-4473-b166-77b65cda66b1" providerId="ADAL" clId="{1420915D-E4E3-4B27-AB60-6CC336F056E2}" dt="2026-09-10T14:35:42.163" v="252"/>
          <ac:spMkLst>
            <pc:docMk/>
            <pc:sldMk cId="3745206965" sldId="261"/>
            <ac:spMk id="17" creationId="{C3A6F145-78D3-8BC2-457F-CC6B68A7026B}"/>
          </ac:spMkLst>
        </pc:spChg>
        <pc:spChg chg="mod">
          <ac:chgData name="Matías Fonseca C." userId="2a3fd8d4-6edf-4473-b166-77b65cda66b1" providerId="ADAL" clId="{1420915D-E4E3-4B27-AB60-6CC336F056E2}" dt="2026-09-10T14:35:42.163" v="252"/>
          <ac:spMkLst>
            <pc:docMk/>
            <pc:sldMk cId="3745206965" sldId="261"/>
            <ac:spMk id="18" creationId="{7E079CAF-AD72-C563-46EE-752801F5920E}"/>
          </ac:spMkLst>
        </pc:spChg>
        <pc:spChg chg="mod">
          <ac:chgData name="Matías Fonseca C." userId="2a3fd8d4-6edf-4473-b166-77b65cda66b1" providerId="ADAL" clId="{1420915D-E4E3-4B27-AB60-6CC336F056E2}" dt="2026-09-10T14:39:05.332" v="256"/>
          <ac:spMkLst>
            <pc:docMk/>
            <pc:sldMk cId="3745206965" sldId="261"/>
            <ac:spMk id="20" creationId="{BAD2CE38-BF3A-7DE3-1029-EE17711B2ADA}"/>
          </ac:spMkLst>
        </pc:spChg>
        <pc:spChg chg="mod">
          <ac:chgData name="Matías Fonseca C." userId="2a3fd8d4-6edf-4473-b166-77b65cda66b1" providerId="ADAL" clId="{1420915D-E4E3-4B27-AB60-6CC336F056E2}" dt="2026-09-10T14:39:05.332" v="256"/>
          <ac:spMkLst>
            <pc:docMk/>
            <pc:sldMk cId="3745206965" sldId="261"/>
            <ac:spMk id="21" creationId="{AF486938-6EE3-68F6-E1CF-67C06D758D97}"/>
          </ac:spMkLst>
        </pc:spChg>
        <pc:spChg chg="mod">
          <ac:chgData name="Matías Fonseca C." userId="2a3fd8d4-6edf-4473-b166-77b65cda66b1" providerId="ADAL" clId="{1420915D-E4E3-4B27-AB60-6CC336F056E2}" dt="2026-09-10T14:39:05.332" v="256"/>
          <ac:spMkLst>
            <pc:docMk/>
            <pc:sldMk cId="3745206965" sldId="261"/>
            <ac:spMk id="22" creationId="{F91E0FE4-6942-5E9E-2C95-B8746BF00B0E}"/>
          </ac:spMkLst>
        </pc:spChg>
        <pc:spChg chg="mod">
          <ac:chgData name="Matías Fonseca C." userId="2a3fd8d4-6edf-4473-b166-77b65cda66b1" providerId="ADAL" clId="{1420915D-E4E3-4B27-AB60-6CC336F056E2}" dt="2026-09-10T14:39:05.332" v="256"/>
          <ac:spMkLst>
            <pc:docMk/>
            <pc:sldMk cId="3745206965" sldId="261"/>
            <ac:spMk id="23" creationId="{E4B5497F-6D4C-7239-F590-8477FD265499}"/>
          </ac:spMkLst>
        </pc:spChg>
        <pc:spChg chg="mod">
          <ac:chgData name="Matías Fonseca C." userId="2a3fd8d4-6edf-4473-b166-77b65cda66b1" providerId="ADAL" clId="{1420915D-E4E3-4B27-AB60-6CC336F056E2}" dt="2026-09-10T14:39:05.332" v="256"/>
          <ac:spMkLst>
            <pc:docMk/>
            <pc:sldMk cId="3745206965" sldId="261"/>
            <ac:spMk id="24" creationId="{A713E8F5-93A9-8A90-508D-BB70E96B6234}"/>
          </ac:spMkLst>
        </pc:spChg>
        <pc:spChg chg="mod">
          <ac:chgData name="Matías Fonseca C." userId="2a3fd8d4-6edf-4473-b166-77b65cda66b1" providerId="ADAL" clId="{1420915D-E4E3-4B27-AB60-6CC336F056E2}" dt="2026-09-10T14:39:05.332" v="256"/>
          <ac:spMkLst>
            <pc:docMk/>
            <pc:sldMk cId="3745206965" sldId="261"/>
            <ac:spMk id="25" creationId="{ECEFA96A-31F6-469B-7080-DF112FF75A68}"/>
          </ac:spMkLst>
        </pc:spChg>
        <pc:spChg chg="mod">
          <ac:chgData name="Matías Fonseca C." userId="2a3fd8d4-6edf-4473-b166-77b65cda66b1" providerId="ADAL" clId="{1420915D-E4E3-4B27-AB60-6CC336F056E2}" dt="2026-09-10T14:39:05.332" v="256"/>
          <ac:spMkLst>
            <pc:docMk/>
            <pc:sldMk cId="3745206965" sldId="261"/>
            <ac:spMk id="26" creationId="{6C7A0061-2CE8-3D91-FD39-977C02439AC6}"/>
          </ac:spMkLst>
        </pc:spChg>
        <pc:spChg chg="mod">
          <ac:chgData name="Matías Fonseca C." userId="2a3fd8d4-6edf-4473-b166-77b65cda66b1" providerId="ADAL" clId="{1420915D-E4E3-4B27-AB60-6CC336F056E2}" dt="2026-09-10T14:39:05.332" v="256"/>
          <ac:spMkLst>
            <pc:docMk/>
            <pc:sldMk cId="3745206965" sldId="261"/>
            <ac:spMk id="27" creationId="{E40F234F-AC35-CCFB-E961-64F615944251}"/>
          </ac:spMkLst>
        </pc:spChg>
        <pc:spChg chg="mod">
          <ac:chgData name="Matías Fonseca C." userId="2a3fd8d4-6edf-4473-b166-77b65cda66b1" providerId="ADAL" clId="{1420915D-E4E3-4B27-AB60-6CC336F056E2}" dt="2026-09-10T14:39:05.332" v="256"/>
          <ac:spMkLst>
            <pc:docMk/>
            <pc:sldMk cId="3745206965" sldId="261"/>
            <ac:spMk id="28" creationId="{33830E02-2A1F-65CC-3F8F-5CCFA131EE52}"/>
          </ac:spMkLst>
        </pc:spChg>
        <pc:spChg chg="mod">
          <ac:chgData name="Matías Fonseca C." userId="2a3fd8d4-6edf-4473-b166-77b65cda66b1" providerId="ADAL" clId="{1420915D-E4E3-4B27-AB60-6CC336F056E2}" dt="2026-09-10T14:39:05.332" v="256"/>
          <ac:spMkLst>
            <pc:docMk/>
            <pc:sldMk cId="3745206965" sldId="261"/>
            <ac:spMk id="29" creationId="{FDC10DC6-7884-4D83-0C66-133FFEB5E593}"/>
          </ac:spMkLst>
        </pc:spChg>
        <pc:grpChg chg="mod">
          <ac:chgData name="Matías Fonseca C." userId="2a3fd8d4-6edf-4473-b166-77b65cda66b1" providerId="ADAL" clId="{1420915D-E4E3-4B27-AB60-6CC336F056E2}" dt="2026-09-10T13:09:20.939" v="251" actId="1036"/>
          <ac:grpSpMkLst>
            <pc:docMk/>
            <pc:sldMk cId="3745206965" sldId="261"/>
            <ac:grpSpMk id="4" creationId="{29784336-3FE4-53FB-5E82-D4A60180D61E}"/>
          </ac:grpSpMkLst>
        </pc:grpChg>
        <pc:grpChg chg="add mod">
          <ac:chgData name="Matías Fonseca C." userId="2a3fd8d4-6edf-4473-b166-77b65cda66b1" providerId="ADAL" clId="{1420915D-E4E3-4B27-AB60-6CC336F056E2}" dt="2026-09-10T14:36:00.860" v="255" actId="14100"/>
          <ac:grpSpMkLst>
            <pc:docMk/>
            <pc:sldMk cId="3745206965" sldId="261"/>
            <ac:grpSpMk id="15" creationId="{AFFFBBFD-10EE-7BC2-069C-34DE66B77E30}"/>
          </ac:grpSpMkLst>
        </pc:grpChg>
        <pc:grpChg chg="mod">
          <ac:chgData name="Matías Fonseca C." userId="2a3fd8d4-6edf-4473-b166-77b65cda66b1" providerId="ADAL" clId="{1420915D-E4E3-4B27-AB60-6CC336F056E2}" dt="2026-09-10T14:39:31.009" v="260" actId="14100"/>
          <ac:grpSpMkLst>
            <pc:docMk/>
            <pc:sldMk cId="3745206965" sldId="261"/>
            <ac:grpSpMk id="19" creationId="{89709AEB-DE59-7F71-C84B-90A041C59D1D}"/>
          </ac:grpSpMkLst>
        </pc:grpChg>
      </pc:sldChg>
      <pc:sldChg chg="addSp delSp modSp new mod setBg">
        <pc:chgData name="Matías Fonseca C." userId="2a3fd8d4-6edf-4473-b166-77b65cda66b1" providerId="ADAL" clId="{1420915D-E4E3-4B27-AB60-6CC336F056E2}" dt="2026-09-10T14:44:12.257" v="361" actId="1076"/>
        <pc:sldMkLst>
          <pc:docMk/>
          <pc:sldMk cId="3337470762" sldId="262"/>
        </pc:sldMkLst>
        <pc:spChg chg="mod">
          <ac:chgData name="Matías Fonseca C." userId="2a3fd8d4-6edf-4473-b166-77b65cda66b1" providerId="ADAL" clId="{1420915D-E4E3-4B27-AB60-6CC336F056E2}" dt="2026-09-10T14:41:22.884" v="276" actId="14100"/>
          <ac:spMkLst>
            <pc:docMk/>
            <pc:sldMk cId="3337470762" sldId="262"/>
            <ac:spMk id="2" creationId="{68AAB478-A4B1-5EF8-5CFE-BFD44BD3E496}"/>
          </ac:spMkLst>
        </pc:spChg>
        <pc:spChg chg="del">
          <ac:chgData name="Matías Fonseca C." userId="2a3fd8d4-6edf-4473-b166-77b65cda66b1" providerId="ADAL" clId="{1420915D-E4E3-4B27-AB60-6CC336F056E2}" dt="2026-09-10T14:40:30.418" v="267" actId="26606"/>
          <ac:spMkLst>
            <pc:docMk/>
            <pc:sldMk cId="3337470762" sldId="262"/>
            <ac:spMk id="3" creationId="{04A19F79-367E-B384-676A-2F91741CEC87}"/>
          </ac:spMkLst>
        </pc:spChg>
        <pc:spChg chg="mod">
          <ac:chgData name="Matías Fonseca C." userId="2a3fd8d4-6edf-4473-b166-77b65cda66b1" providerId="ADAL" clId="{1420915D-E4E3-4B27-AB60-6CC336F056E2}" dt="2026-09-10T14:40:37.381" v="269"/>
          <ac:spMkLst>
            <pc:docMk/>
            <pc:sldMk cId="3337470762" sldId="262"/>
            <ac:spMk id="5" creationId="{699AD2B2-CC7A-A4FB-15FA-B57CCCE3371C}"/>
          </ac:spMkLst>
        </pc:spChg>
        <pc:spChg chg="mod">
          <ac:chgData name="Matías Fonseca C." userId="2a3fd8d4-6edf-4473-b166-77b65cda66b1" providerId="ADAL" clId="{1420915D-E4E3-4B27-AB60-6CC336F056E2}" dt="2026-09-10T14:40:37.381" v="269"/>
          <ac:spMkLst>
            <pc:docMk/>
            <pc:sldMk cId="3337470762" sldId="262"/>
            <ac:spMk id="6" creationId="{C0D717B8-EA99-89A7-247C-F1AA1F193F66}"/>
          </ac:spMkLst>
        </pc:spChg>
        <pc:spChg chg="mod">
          <ac:chgData name="Matías Fonseca C." userId="2a3fd8d4-6edf-4473-b166-77b65cda66b1" providerId="ADAL" clId="{1420915D-E4E3-4B27-AB60-6CC336F056E2}" dt="2026-09-10T14:40:37.381" v="269"/>
          <ac:spMkLst>
            <pc:docMk/>
            <pc:sldMk cId="3337470762" sldId="262"/>
            <ac:spMk id="7" creationId="{594C79A1-8257-A9E4-5B34-C78CAFA4D2D4}"/>
          </ac:spMkLst>
        </pc:spChg>
        <pc:spChg chg="add">
          <ac:chgData name="Matías Fonseca C." userId="2a3fd8d4-6edf-4473-b166-77b65cda66b1" providerId="ADAL" clId="{1420915D-E4E3-4B27-AB60-6CC336F056E2}" dt="2026-09-10T14:40:30.418" v="267" actId="26606"/>
          <ac:spMkLst>
            <pc:docMk/>
            <pc:sldMk cId="3337470762" sldId="262"/>
            <ac:spMk id="8" creationId="{C7D023E4-8DE1-436E-9847-ED6A4B4B04FD}"/>
          </ac:spMkLst>
        </pc:spChg>
        <pc:spChg chg="mod">
          <ac:chgData name="Matías Fonseca C." userId="2a3fd8d4-6edf-4473-b166-77b65cda66b1" providerId="ADAL" clId="{1420915D-E4E3-4B27-AB60-6CC336F056E2}" dt="2026-09-10T14:40:37.381" v="269"/>
          <ac:spMkLst>
            <pc:docMk/>
            <pc:sldMk cId="3337470762" sldId="262"/>
            <ac:spMk id="9" creationId="{274A2541-1008-4A4C-FC7A-4E3C497E07F6}"/>
          </ac:spMkLst>
        </pc:spChg>
        <pc:spChg chg="mod">
          <ac:chgData name="Matías Fonseca C." userId="2a3fd8d4-6edf-4473-b166-77b65cda66b1" providerId="ADAL" clId="{1420915D-E4E3-4B27-AB60-6CC336F056E2}" dt="2026-09-10T14:40:37.381" v="269"/>
          <ac:spMkLst>
            <pc:docMk/>
            <pc:sldMk cId="3337470762" sldId="262"/>
            <ac:spMk id="13" creationId="{77A65E56-4A6E-8C30-6BC9-895FCB0C997F}"/>
          </ac:spMkLst>
        </pc:spChg>
        <pc:spChg chg="mod">
          <ac:chgData name="Matías Fonseca C." userId="2a3fd8d4-6edf-4473-b166-77b65cda66b1" providerId="ADAL" clId="{1420915D-E4E3-4B27-AB60-6CC336F056E2}" dt="2026-09-10T14:40:37.381" v="269"/>
          <ac:spMkLst>
            <pc:docMk/>
            <pc:sldMk cId="3337470762" sldId="262"/>
            <ac:spMk id="22" creationId="{5B590AEA-F7FA-6B8B-C47E-57B64E7C52DD}"/>
          </ac:spMkLst>
        </pc:spChg>
        <pc:spChg chg="mod">
          <ac:chgData name="Matías Fonseca C." userId="2a3fd8d4-6edf-4473-b166-77b65cda66b1" providerId="ADAL" clId="{1420915D-E4E3-4B27-AB60-6CC336F056E2}" dt="2026-09-10T14:40:37.381" v="269"/>
          <ac:spMkLst>
            <pc:docMk/>
            <pc:sldMk cId="3337470762" sldId="262"/>
            <ac:spMk id="23" creationId="{9396CB66-40D9-0B6D-A7D2-B7D94AEE8553}"/>
          </ac:spMkLst>
        </pc:spChg>
        <pc:spChg chg="mod">
          <ac:chgData name="Matías Fonseca C." userId="2a3fd8d4-6edf-4473-b166-77b65cda66b1" providerId="ADAL" clId="{1420915D-E4E3-4B27-AB60-6CC336F056E2}" dt="2026-09-10T14:40:37.381" v="269"/>
          <ac:spMkLst>
            <pc:docMk/>
            <pc:sldMk cId="3337470762" sldId="262"/>
            <ac:spMk id="24" creationId="{8693EBBF-1B83-ECBE-8609-180CDF61350D}"/>
          </ac:spMkLst>
        </pc:spChg>
        <pc:spChg chg="mod">
          <ac:chgData name="Matías Fonseca C." userId="2a3fd8d4-6edf-4473-b166-77b65cda66b1" providerId="ADAL" clId="{1420915D-E4E3-4B27-AB60-6CC336F056E2}" dt="2026-09-10T14:40:37.381" v="269"/>
          <ac:spMkLst>
            <pc:docMk/>
            <pc:sldMk cId="3337470762" sldId="262"/>
            <ac:spMk id="25" creationId="{A2D3D5B6-9FD0-2A3A-F371-1F3D8369C80B}"/>
          </ac:spMkLst>
        </pc:spChg>
        <pc:spChg chg="mod">
          <ac:chgData name="Matías Fonseca C." userId="2a3fd8d4-6edf-4473-b166-77b65cda66b1" providerId="ADAL" clId="{1420915D-E4E3-4B27-AB60-6CC336F056E2}" dt="2026-09-10T14:40:37.381" v="269"/>
          <ac:spMkLst>
            <pc:docMk/>
            <pc:sldMk cId="3337470762" sldId="262"/>
            <ac:spMk id="26" creationId="{22CC2FDC-A773-5DB1-5F01-635B1ACECF57}"/>
          </ac:spMkLst>
        </pc:spChg>
        <pc:spChg chg="mod">
          <ac:chgData name="Matías Fonseca C." userId="2a3fd8d4-6edf-4473-b166-77b65cda66b1" providerId="ADAL" clId="{1420915D-E4E3-4B27-AB60-6CC336F056E2}" dt="2026-09-10T14:41:19.381" v="275" actId="207"/>
          <ac:spMkLst>
            <pc:docMk/>
            <pc:sldMk cId="3337470762" sldId="262"/>
            <ac:spMk id="29" creationId="{E967C1DD-0C12-0CE3-A517-B35C02E79717}"/>
          </ac:spMkLst>
        </pc:spChg>
        <pc:spChg chg="mod">
          <ac:chgData name="Matías Fonseca C." userId="2a3fd8d4-6edf-4473-b166-77b65cda66b1" providerId="ADAL" clId="{1420915D-E4E3-4B27-AB60-6CC336F056E2}" dt="2026-09-10T14:41:19.381" v="275" actId="207"/>
          <ac:spMkLst>
            <pc:docMk/>
            <pc:sldMk cId="3337470762" sldId="262"/>
            <ac:spMk id="32" creationId="{563E5DC8-F045-5258-3A6D-32E9BFBE56FF}"/>
          </ac:spMkLst>
        </pc:spChg>
        <pc:spChg chg="mod">
          <ac:chgData name="Matías Fonseca C." userId="2a3fd8d4-6edf-4473-b166-77b65cda66b1" providerId="ADAL" clId="{1420915D-E4E3-4B27-AB60-6CC336F056E2}" dt="2026-09-10T14:41:19.381" v="275" actId="207"/>
          <ac:spMkLst>
            <pc:docMk/>
            <pc:sldMk cId="3337470762" sldId="262"/>
            <ac:spMk id="35" creationId="{9F1F49DB-DD91-F64B-5AB6-74F2280D967A}"/>
          </ac:spMkLst>
        </pc:spChg>
        <pc:spChg chg="mod">
          <ac:chgData name="Matías Fonseca C." userId="2a3fd8d4-6edf-4473-b166-77b65cda66b1" providerId="ADAL" clId="{1420915D-E4E3-4B27-AB60-6CC336F056E2}" dt="2026-09-10T14:41:19.381" v="275" actId="207"/>
          <ac:spMkLst>
            <pc:docMk/>
            <pc:sldMk cId="3337470762" sldId="262"/>
            <ac:spMk id="39" creationId="{7079A2C3-7345-030E-D35F-FF06C4315927}"/>
          </ac:spMkLst>
        </pc:spChg>
        <pc:spChg chg="mod">
          <ac:chgData name="Matías Fonseca C." userId="2a3fd8d4-6edf-4473-b166-77b65cda66b1" providerId="ADAL" clId="{1420915D-E4E3-4B27-AB60-6CC336F056E2}" dt="2026-09-10T14:41:19.381" v="275" actId="207"/>
          <ac:spMkLst>
            <pc:docMk/>
            <pc:sldMk cId="3337470762" sldId="262"/>
            <ac:spMk id="40" creationId="{949B953F-CA06-1033-558A-9F63BBB3DD01}"/>
          </ac:spMkLst>
        </pc:spChg>
        <pc:spChg chg="mod">
          <ac:chgData name="Matías Fonseca C." userId="2a3fd8d4-6edf-4473-b166-77b65cda66b1" providerId="ADAL" clId="{1420915D-E4E3-4B27-AB60-6CC336F056E2}" dt="2026-09-10T14:41:19.381" v="275" actId="207"/>
          <ac:spMkLst>
            <pc:docMk/>
            <pc:sldMk cId="3337470762" sldId="262"/>
            <ac:spMk id="43" creationId="{2232E4C4-DC1A-8E15-BC52-6584CCB7DA07}"/>
          </ac:spMkLst>
        </pc:spChg>
        <pc:spChg chg="mod">
          <ac:chgData name="Matías Fonseca C." userId="2a3fd8d4-6edf-4473-b166-77b65cda66b1" providerId="ADAL" clId="{1420915D-E4E3-4B27-AB60-6CC336F056E2}" dt="2026-09-10T14:41:19.381" v="275" actId="207"/>
          <ac:spMkLst>
            <pc:docMk/>
            <pc:sldMk cId="3337470762" sldId="262"/>
            <ac:spMk id="46" creationId="{73642BC2-56BF-ACAD-D46F-8A0F1398E32F}"/>
          </ac:spMkLst>
        </pc:spChg>
        <pc:spChg chg="mod">
          <ac:chgData name="Matías Fonseca C." userId="2a3fd8d4-6edf-4473-b166-77b65cda66b1" providerId="ADAL" clId="{1420915D-E4E3-4B27-AB60-6CC336F056E2}" dt="2026-09-10T14:41:19.381" v="275" actId="207"/>
          <ac:spMkLst>
            <pc:docMk/>
            <pc:sldMk cId="3337470762" sldId="262"/>
            <ac:spMk id="47" creationId="{4FE61059-FDB5-CCBD-9E2D-424F4F985489}"/>
          </ac:spMkLst>
        </pc:spChg>
        <pc:spChg chg="mod">
          <ac:chgData name="Matías Fonseca C." userId="2a3fd8d4-6edf-4473-b166-77b65cda66b1" providerId="ADAL" clId="{1420915D-E4E3-4B27-AB60-6CC336F056E2}" dt="2026-09-10T14:41:19.381" v="275" actId="207"/>
          <ac:spMkLst>
            <pc:docMk/>
            <pc:sldMk cId="3337470762" sldId="262"/>
            <ac:spMk id="50" creationId="{D1F54BE5-3F24-EF67-3953-99165FB9FCD2}"/>
          </ac:spMkLst>
        </pc:spChg>
        <pc:spChg chg="mod">
          <ac:chgData name="Matías Fonseca C." userId="2a3fd8d4-6edf-4473-b166-77b65cda66b1" providerId="ADAL" clId="{1420915D-E4E3-4B27-AB60-6CC336F056E2}" dt="2026-09-10T14:41:19.381" v="275" actId="207"/>
          <ac:spMkLst>
            <pc:docMk/>
            <pc:sldMk cId="3337470762" sldId="262"/>
            <ac:spMk id="51" creationId="{5228B93E-CB49-67A2-2F42-E237BB0FE5A5}"/>
          </ac:spMkLst>
        </pc:spChg>
        <pc:spChg chg="mod">
          <ac:chgData name="Matías Fonseca C." userId="2a3fd8d4-6edf-4473-b166-77b65cda66b1" providerId="ADAL" clId="{1420915D-E4E3-4B27-AB60-6CC336F056E2}" dt="2026-09-10T14:43:59.993" v="359" actId="1076"/>
          <ac:spMkLst>
            <pc:docMk/>
            <pc:sldMk cId="3337470762" sldId="262"/>
            <ac:spMk id="52" creationId="{DA4817C8-AABB-2E3E-5EFA-441F0A63247A}"/>
          </ac:spMkLst>
        </pc:spChg>
        <pc:spChg chg="add mod">
          <ac:chgData name="Matías Fonseca C." userId="2a3fd8d4-6edf-4473-b166-77b65cda66b1" providerId="ADAL" clId="{1420915D-E4E3-4B27-AB60-6CC336F056E2}" dt="2026-09-10T14:43:35.110" v="352" actId="164"/>
          <ac:spMkLst>
            <pc:docMk/>
            <pc:sldMk cId="3337470762" sldId="262"/>
            <ac:spMk id="53" creationId="{394C2977-B950-AFCF-6C1D-36C662C19E6A}"/>
          </ac:spMkLst>
        </pc:spChg>
        <pc:spChg chg="add mod">
          <ac:chgData name="Matías Fonseca C." userId="2a3fd8d4-6edf-4473-b166-77b65cda66b1" providerId="ADAL" clId="{1420915D-E4E3-4B27-AB60-6CC336F056E2}" dt="2026-09-10T14:43:43.235" v="354" actId="164"/>
          <ac:spMkLst>
            <pc:docMk/>
            <pc:sldMk cId="3337470762" sldId="262"/>
            <ac:spMk id="55" creationId="{D580D145-430D-F5C2-3DA7-D9896A1822B9}"/>
          </ac:spMkLst>
        </pc:spChg>
        <pc:spChg chg="add mod">
          <ac:chgData name="Matías Fonseca C." userId="2a3fd8d4-6edf-4473-b166-77b65cda66b1" providerId="ADAL" clId="{1420915D-E4E3-4B27-AB60-6CC336F056E2}" dt="2026-09-10T14:43:49.755" v="355" actId="164"/>
          <ac:spMkLst>
            <pc:docMk/>
            <pc:sldMk cId="3337470762" sldId="262"/>
            <ac:spMk id="57" creationId="{C6A55F6E-E242-055C-33DC-1F6D7BFE115B}"/>
          </ac:spMkLst>
        </pc:spChg>
        <pc:spChg chg="mod">
          <ac:chgData name="Matías Fonseca C." userId="2a3fd8d4-6edf-4473-b166-77b65cda66b1" providerId="ADAL" clId="{1420915D-E4E3-4B27-AB60-6CC336F056E2}" dt="2026-09-10T14:43:30.351" v="351" actId="571"/>
          <ac:spMkLst>
            <pc:docMk/>
            <pc:sldMk cId="3337470762" sldId="262"/>
            <ac:spMk id="59" creationId="{BDCB2F63-1F70-4B29-B163-43E2F3C7EA1E}"/>
          </ac:spMkLst>
        </pc:spChg>
        <pc:spChg chg="mod">
          <ac:chgData name="Matías Fonseca C." userId="2a3fd8d4-6edf-4473-b166-77b65cda66b1" providerId="ADAL" clId="{1420915D-E4E3-4B27-AB60-6CC336F056E2}" dt="2026-09-10T14:43:30.351" v="351" actId="571"/>
          <ac:spMkLst>
            <pc:docMk/>
            <pc:sldMk cId="3337470762" sldId="262"/>
            <ac:spMk id="60" creationId="{063F00FB-EF15-682C-34D6-98B059923B7B}"/>
          </ac:spMkLst>
        </pc:spChg>
        <pc:spChg chg="mod">
          <ac:chgData name="Matías Fonseca C." userId="2a3fd8d4-6edf-4473-b166-77b65cda66b1" providerId="ADAL" clId="{1420915D-E4E3-4B27-AB60-6CC336F056E2}" dt="2026-09-10T14:43:30.351" v="351" actId="571"/>
          <ac:spMkLst>
            <pc:docMk/>
            <pc:sldMk cId="3337470762" sldId="262"/>
            <ac:spMk id="61" creationId="{59FAF2B4-F7B1-63D7-B79C-6D326C190365}"/>
          </ac:spMkLst>
        </pc:spChg>
        <pc:spChg chg="mod">
          <ac:chgData name="Matías Fonseca C." userId="2a3fd8d4-6edf-4473-b166-77b65cda66b1" providerId="ADAL" clId="{1420915D-E4E3-4B27-AB60-6CC336F056E2}" dt="2026-09-10T14:43:30.351" v="351" actId="571"/>
          <ac:spMkLst>
            <pc:docMk/>
            <pc:sldMk cId="3337470762" sldId="262"/>
            <ac:spMk id="62" creationId="{34E9A1AA-759B-D31B-F326-F7AAAF18822F}"/>
          </ac:spMkLst>
        </pc:spChg>
        <pc:spChg chg="mod">
          <ac:chgData name="Matías Fonseca C." userId="2a3fd8d4-6edf-4473-b166-77b65cda66b1" providerId="ADAL" clId="{1420915D-E4E3-4B27-AB60-6CC336F056E2}" dt="2026-09-10T14:43:30.351" v="351" actId="571"/>
          <ac:spMkLst>
            <pc:docMk/>
            <pc:sldMk cId="3337470762" sldId="262"/>
            <ac:spMk id="63" creationId="{B5D4872A-2A18-A202-B84A-F5C0BEE8D835}"/>
          </ac:spMkLst>
        </pc:spChg>
        <pc:spChg chg="mod">
          <ac:chgData name="Matías Fonseca C." userId="2a3fd8d4-6edf-4473-b166-77b65cda66b1" providerId="ADAL" clId="{1420915D-E4E3-4B27-AB60-6CC336F056E2}" dt="2026-09-10T14:43:30.351" v="351" actId="571"/>
          <ac:spMkLst>
            <pc:docMk/>
            <pc:sldMk cId="3337470762" sldId="262"/>
            <ac:spMk id="64" creationId="{4DB015B9-2C79-8DF4-DF57-224E967367AD}"/>
          </ac:spMkLst>
        </pc:spChg>
        <pc:spChg chg="mod">
          <ac:chgData name="Matías Fonseca C." userId="2a3fd8d4-6edf-4473-b166-77b65cda66b1" providerId="ADAL" clId="{1420915D-E4E3-4B27-AB60-6CC336F056E2}" dt="2026-09-10T14:43:30.351" v="351" actId="571"/>
          <ac:spMkLst>
            <pc:docMk/>
            <pc:sldMk cId="3337470762" sldId="262"/>
            <ac:spMk id="65" creationId="{B96857ED-8C58-E3D9-E6C2-42036CD1E47C}"/>
          </ac:spMkLst>
        </pc:spChg>
        <pc:spChg chg="mod">
          <ac:chgData name="Matías Fonseca C." userId="2a3fd8d4-6edf-4473-b166-77b65cda66b1" providerId="ADAL" clId="{1420915D-E4E3-4B27-AB60-6CC336F056E2}" dt="2026-09-10T14:43:30.351" v="351" actId="571"/>
          <ac:spMkLst>
            <pc:docMk/>
            <pc:sldMk cId="3337470762" sldId="262"/>
            <ac:spMk id="66" creationId="{C67A19B0-CB16-6BA8-D9B2-68E2BD0BD870}"/>
          </ac:spMkLst>
        </pc:spChg>
        <pc:spChg chg="mod">
          <ac:chgData name="Matías Fonseca C." userId="2a3fd8d4-6edf-4473-b166-77b65cda66b1" providerId="ADAL" clId="{1420915D-E4E3-4B27-AB60-6CC336F056E2}" dt="2026-09-10T14:43:30.351" v="351" actId="571"/>
          <ac:spMkLst>
            <pc:docMk/>
            <pc:sldMk cId="3337470762" sldId="262"/>
            <ac:spMk id="67" creationId="{4693B272-EE3B-FF92-C06F-E312F1CF958B}"/>
          </ac:spMkLst>
        </pc:spChg>
        <pc:spChg chg="add mod">
          <ac:chgData name="Matías Fonseca C." userId="2a3fd8d4-6edf-4473-b166-77b65cda66b1" providerId="ADAL" clId="{1420915D-E4E3-4B27-AB60-6CC336F056E2}" dt="2026-09-10T14:43:30.351" v="351" actId="571"/>
          <ac:spMkLst>
            <pc:docMk/>
            <pc:sldMk cId="3337470762" sldId="262"/>
            <ac:spMk id="69" creationId="{09380064-433F-40FC-A3F5-4AAFF40C709B}"/>
          </ac:spMkLst>
        </pc:spChg>
        <pc:grpChg chg="add">
          <ac:chgData name="Matías Fonseca C." userId="2a3fd8d4-6edf-4473-b166-77b65cda66b1" providerId="ADAL" clId="{1420915D-E4E3-4B27-AB60-6CC336F056E2}" dt="2026-09-10T14:40:30.418" v="267" actId="26606"/>
          <ac:grpSpMkLst>
            <pc:docMk/>
            <pc:sldMk cId="3337470762" sldId="262"/>
            <ac:grpSpMk id="10" creationId="{1FEC590B-3306-47E9-BD67-97F3F76169A4}"/>
          </ac:grpSpMkLst>
        </pc:grpChg>
        <pc:grpChg chg="add">
          <ac:chgData name="Matías Fonseca C." userId="2a3fd8d4-6edf-4473-b166-77b65cda66b1" providerId="ADAL" clId="{1420915D-E4E3-4B27-AB60-6CC336F056E2}" dt="2026-09-10T14:40:30.418" v="267" actId="26606"/>
          <ac:grpSpMkLst>
            <pc:docMk/>
            <pc:sldMk cId="3337470762" sldId="262"/>
            <ac:grpSpMk id="14" creationId="{A47AAF5E-1692-48C9-98FB-6432BF0BC4F7}"/>
          </ac:grpSpMkLst>
        </pc:grpChg>
        <pc:grpChg chg="mod">
          <ac:chgData name="Matías Fonseca C." userId="2a3fd8d4-6edf-4473-b166-77b65cda66b1" providerId="ADAL" clId="{1420915D-E4E3-4B27-AB60-6CC336F056E2}" dt="2026-09-10T14:43:35.110" v="352" actId="164"/>
          <ac:grpSpMkLst>
            <pc:docMk/>
            <pc:sldMk cId="3337470762" sldId="262"/>
            <ac:grpSpMk id="27" creationId="{AB2E99BC-A689-F569-360B-F8F57359E379}"/>
          </ac:grpSpMkLst>
        </pc:grpChg>
        <pc:grpChg chg="mod">
          <ac:chgData name="Matías Fonseca C." userId="2a3fd8d4-6edf-4473-b166-77b65cda66b1" providerId="ADAL" clId="{1420915D-E4E3-4B27-AB60-6CC336F056E2}" dt="2026-09-10T14:43:43.235" v="354" actId="164"/>
          <ac:grpSpMkLst>
            <pc:docMk/>
            <pc:sldMk cId="3337470762" sldId="262"/>
            <ac:grpSpMk id="38" creationId="{D4AE14B6-1039-1526-518C-169C1331AE56}"/>
          </ac:grpSpMkLst>
        </pc:grpChg>
        <pc:grpChg chg="mod">
          <ac:chgData name="Matías Fonseca C." userId="2a3fd8d4-6edf-4473-b166-77b65cda66b1" providerId="ADAL" clId="{1420915D-E4E3-4B27-AB60-6CC336F056E2}" dt="2026-09-10T14:43:49.755" v="355" actId="164"/>
          <ac:grpSpMkLst>
            <pc:docMk/>
            <pc:sldMk cId="3337470762" sldId="262"/>
            <ac:grpSpMk id="42" creationId="{A911E1CF-EDE2-69E2-0AC5-96713A8CC319}"/>
          </ac:grpSpMkLst>
        </pc:grpChg>
        <pc:grpChg chg="add mod">
          <ac:chgData name="Matías Fonseca C." userId="2a3fd8d4-6edf-4473-b166-77b65cda66b1" providerId="ADAL" clId="{1420915D-E4E3-4B27-AB60-6CC336F056E2}" dt="2026-09-10T14:44:12.257" v="361" actId="1076"/>
          <ac:grpSpMkLst>
            <pc:docMk/>
            <pc:sldMk cId="3337470762" sldId="262"/>
            <ac:grpSpMk id="70" creationId="{B22AFB52-7179-D11D-CE5A-C076AE73BC92}"/>
          </ac:grpSpMkLst>
        </pc:grpChg>
        <pc:grpChg chg="add mod">
          <ac:chgData name="Matías Fonseca C." userId="2a3fd8d4-6edf-4473-b166-77b65cda66b1" providerId="ADAL" clId="{1420915D-E4E3-4B27-AB60-6CC336F056E2}" dt="2026-09-10T14:43:57.223" v="357" actId="1076"/>
          <ac:grpSpMkLst>
            <pc:docMk/>
            <pc:sldMk cId="3337470762" sldId="262"/>
            <ac:grpSpMk id="71" creationId="{8E0BE412-5E5E-9CC1-EFF9-7290D31F24C6}"/>
          </ac:grpSpMkLst>
        </pc:grpChg>
        <pc:grpChg chg="add mod">
          <ac:chgData name="Matías Fonseca C." userId="2a3fd8d4-6edf-4473-b166-77b65cda66b1" providerId="ADAL" clId="{1420915D-E4E3-4B27-AB60-6CC336F056E2}" dt="2026-09-10T14:44:05.073" v="360" actId="1076"/>
          <ac:grpSpMkLst>
            <pc:docMk/>
            <pc:sldMk cId="3337470762" sldId="262"/>
            <ac:grpSpMk id="72" creationId="{7680C6E1-6E3E-FB06-7282-4303D8500C05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C0D26A-7B05-BFB4-4729-288D478DC4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BB0B0D-06CF-419E-0D95-F2BCD8DE76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D42E6E-C9ED-1507-DCEB-9E1B2BCED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C36F7-E546-43C7-9924-2DC2CC8559C5}" type="datetimeFigureOut">
              <a:rPr lang="es-CL" smtClean="0"/>
              <a:t>10-09-2026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864F6BD-BCC4-147E-C2E6-679D4D77D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D4900D-ECDC-6C10-97FE-22B099308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F8A75-DAC5-4FCE-8F6B-4C1BCE30392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92617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7B6031-3AF2-FF6D-3679-FD96E593D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656F71-7BEB-B7BD-D7AE-6F55839529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6DD36E-166B-72B1-D4AC-E70BA66A4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C36F7-E546-43C7-9924-2DC2CC8559C5}" type="datetimeFigureOut">
              <a:rPr lang="es-CL" smtClean="0"/>
              <a:t>10-09-2026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B92514-C885-9173-D8C5-EEC8317C8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5C58C68-ABB9-0B5B-43D0-CC9BF0BA6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F8A75-DAC5-4FCE-8F6B-4C1BCE30392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37308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9D5142-C1E4-03A0-5D0F-FF204F33B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FF906EB-0CC2-F37F-6CEE-2A432CBE4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C549915-3ADD-4C0B-1981-E26A5D265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C36F7-E546-43C7-9924-2DC2CC8559C5}" type="datetimeFigureOut">
              <a:rPr lang="es-CL" smtClean="0"/>
              <a:t>10-09-2026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4A6A6B1-BA74-BF1B-06F9-8CBCF000C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BAC6356-00C5-8CA2-79DC-CBFEB33D8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F8A75-DAC5-4FCE-8F6B-4C1BCE30392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83252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52C423-7106-7D0B-38E8-BB235FAEF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FD747D-C61E-269C-C93A-FC060A11DB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2C4DE9D-0E0E-89E9-D270-C2115CAD71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061B8DE-CA71-8781-4875-5102698AA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C36F7-E546-43C7-9924-2DC2CC8559C5}" type="datetimeFigureOut">
              <a:rPr lang="es-CL" smtClean="0"/>
              <a:t>10-09-2026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6ACFEFC-FCA3-A4EE-4F81-A64345782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86FB0ED-9455-8193-B46F-0142FA632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F8A75-DAC5-4FCE-8F6B-4C1BCE30392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59995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B1DFDF-65A7-7E7C-BE3E-977E7F831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5729BCD-66F3-39D5-396A-A8EA218739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3228022-17B7-DB8A-7332-2435E1647B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E86AF8C-29E4-24E6-7994-A8AD154268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22FD78B-A005-A0EA-4897-3CEAEED45B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17CF35A-BCF6-524B-A5E2-A51B61C5E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C36F7-E546-43C7-9924-2DC2CC8559C5}" type="datetimeFigureOut">
              <a:rPr lang="es-CL" smtClean="0"/>
              <a:t>10-09-2026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C04CD38-C958-37C7-AAB4-5B75FEADF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4896C63-78B1-FC81-8ADA-4E8FE3C82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F8A75-DAC5-4FCE-8F6B-4C1BCE30392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0212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530DA4-61FD-591F-B37D-04DD7A328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0133011-B420-8CB0-D3B3-E39E298C4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C36F7-E546-43C7-9924-2DC2CC8559C5}" type="datetimeFigureOut">
              <a:rPr lang="es-CL" smtClean="0"/>
              <a:t>10-09-2026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0D2B970-1A41-580B-4FA6-0AE5D6FAC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5316680-B5FC-69A9-585A-55C309B47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F8A75-DAC5-4FCE-8F6B-4C1BCE30392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6004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DAE53FC-DB4D-8532-A867-EAC6458A1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C36F7-E546-43C7-9924-2DC2CC8559C5}" type="datetimeFigureOut">
              <a:rPr lang="es-CL" smtClean="0"/>
              <a:t>10-09-2026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86C4807-01CC-A2ED-B011-A1837B73B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FE58230-77DC-9984-6B58-02F8F940C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F8A75-DAC5-4FCE-8F6B-4C1BCE30392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52129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E7A335-89F1-DD1C-038A-4A306BC08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76306A3-F53B-43D4-91D2-ED680EFDE4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816107A-F94F-6725-4367-680115A5A3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7749365-809C-D2B5-6F49-DDAE7D22F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C36F7-E546-43C7-9924-2DC2CC8559C5}" type="datetimeFigureOut">
              <a:rPr lang="es-CL" smtClean="0"/>
              <a:t>10-09-2026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349A80C-8455-8F3E-48F4-795035205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2808B1A-611D-38F9-080C-AC0D46AF4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F8A75-DAC5-4FCE-8F6B-4C1BCE30392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81900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64CD2A-A74E-36BC-069A-285862A79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6E4DE72-C32E-D300-981D-F919682F42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0D03AEC-FFCC-36F7-DF0B-8CF3DDA144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7EBA72E-CFCC-44A6-7AD8-ABDB1A47A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C36F7-E546-43C7-9924-2DC2CC8559C5}" type="datetimeFigureOut">
              <a:rPr lang="es-CL" smtClean="0"/>
              <a:t>10-09-2026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30A3C94-9999-9DB8-02DF-F55BF2EB4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D7918E8-25F7-4DCF-EE5B-A96C88730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F8A75-DAC5-4FCE-8F6B-4C1BCE30392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30829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BB8D80-A4F4-2E1D-DBB3-289E22737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2F07FDD-7C4B-A75C-297A-427FCDD558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8CF352-B326-2C60-DE22-E635D5831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C36F7-E546-43C7-9924-2DC2CC8559C5}" type="datetimeFigureOut">
              <a:rPr lang="es-CL" smtClean="0"/>
              <a:t>10-09-2026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83707A-4002-D4BC-E602-322E640C0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5A9E474-8BA0-4C37-6DAB-F1EAE1969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F8A75-DAC5-4FCE-8F6B-4C1BCE30392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02798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A5D188E-D5ED-6324-394A-BAADF2343D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BDE46B2-7E2A-390A-053A-39665BE930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51ADC1-2B07-EB22-40AE-E14CB92AA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C36F7-E546-43C7-9924-2DC2CC8559C5}" type="datetimeFigureOut">
              <a:rPr lang="es-CL" smtClean="0"/>
              <a:t>10-09-2026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C098CF-2A86-37C3-A89B-413B25919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0E96A1E-C5F0-9AA9-2771-41C49656F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F8A75-DAC5-4FCE-8F6B-4C1BCE30392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90179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CF9EAF3-B621-F018-0890-23F9F3633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5BC53CD-68E4-AF4E-02F0-95DC625E6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B58B681-3971-1BF7-2B71-B7791320AA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BC36F7-E546-43C7-9924-2DC2CC8559C5}" type="datetimeFigureOut">
              <a:rPr lang="es-CL" smtClean="0"/>
              <a:t>10-09-2026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AA4253-5250-CC23-624F-B7DE4912AE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1939CFC-F401-A167-CAD9-6DCC2697D2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DF8A75-DAC5-4FCE-8F6B-4C1BCE30392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09112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custicauach.cl/?page_id=189" TargetMode="External"/><Relationship Id="rId2" Type="http://schemas.openxmlformats.org/officeDocument/2006/relationships/hyperlink" Target="https://csclub.uwaterloo.ca/~pbarfuss/The_Physics_of_Musical_Instruments.pd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9" name="Slide Background Fill">
            <a:extLst>
              <a:ext uri="{FF2B5EF4-FFF2-40B4-BE49-F238E27FC236}">
                <a16:creationId xmlns:a16="http://schemas.microsoft.com/office/drawing/2014/main" id="{C3420C89-0B09-4632-A4AF-3971D08BF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21" name="Color Cover">
            <a:extLst>
              <a:ext uri="{FF2B5EF4-FFF2-40B4-BE49-F238E27FC236}">
                <a16:creationId xmlns:a16="http://schemas.microsoft.com/office/drawing/2014/main" id="{4E5CBA61-BF74-40B4-A3A8-366BBA626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AC27E70C-5470-4262-B9CE-AE52C51CF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929"/>
            <a:ext cx="12188952" cy="3490956"/>
            <a:chOff x="651279" y="598259"/>
            <a:chExt cx="10889442" cy="5680742"/>
          </a:xfrm>
        </p:grpSpPr>
        <p:sp>
          <p:nvSpPr>
            <p:cNvPr id="124" name="Color">
              <a:extLst>
                <a:ext uri="{FF2B5EF4-FFF2-40B4-BE49-F238E27FC236}">
                  <a16:creationId xmlns:a16="http://schemas.microsoft.com/office/drawing/2014/main" id="{B5C7D35F-738C-47DF-AD6E-859806E46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  <p:sp>
          <p:nvSpPr>
            <p:cNvPr id="125" name="Color">
              <a:extLst>
                <a:ext uri="{FF2B5EF4-FFF2-40B4-BE49-F238E27FC236}">
                  <a16:creationId xmlns:a16="http://schemas.microsoft.com/office/drawing/2014/main" id="{740F8C8B-E52F-46CF-89C7-51C6A037CF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L" noProof="0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L" noProof="0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L" noProof="0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L" noProof="0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L" noProof="0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L" noProof="0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L" noProof="0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CF59439F-D284-3F9F-8FED-591F1465C0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6384" y="841249"/>
            <a:ext cx="5692953" cy="258713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s-CL" sz="4800" kern="1200" noProof="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Vibroacústica</a:t>
            </a:r>
            <a:r>
              <a:rPr lang="es-CL" sz="4800" kern="1200" noProof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y Métodos de los Elementos Finitos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A31DB31-957C-0BF3-C4BB-8584DAB4C5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s-CL" sz="1600" i="1" noProof="0" dirty="0"/>
              <a:t>Matías Fonseca</a:t>
            </a:r>
          </a:p>
          <a:p>
            <a:pPr algn="just"/>
            <a:r>
              <a:rPr lang="es-CL" sz="1600" i="1" noProof="0" dirty="0"/>
              <a:t>Código del curso: LICI-180</a:t>
            </a:r>
          </a:p>
          <a:p>
            <a:pPr algn="just"/>
            <a:r>
              <a:rPr lang="es-CL" sz="1600" i="1" noProof="0" dirty="0"/>
              <a:t>Profesor a cargo: Guilherme Volpe Bossa</a:t>
            </a:r>
          </a:p>
        </p:txBody>
      </p:sp>
      <p:grpSp>
        <p:nvGrpSpPr>
          <p:cNvPr id="4" name="Google Shape;5600;p66">
            <a:extLst>
              <a:ext uri="{FF2B5EF4-FFF2-40B4-BE49-F238E27FC236}">
                <a16:creationId xmlns:a16="http://schemas.microsoft.com/office/drawing/2014/main" id="{091C0B61-D3DC-5BB0-BD0B-8811DCE160DA}"/>
              </a:ext>
            </a:extLst>
          </p:cNvPr>
          <p:cNvGrpSpPr/>
          <p:nvPr/>
        </p:nvGrpSpPr>
        <p:grpSpPr>
          <a:xfrm>
            <a:off x="6803650" y="1222865"/>
            <a:ext cx="4730220" cy="4412269"/>
            <a:chOff x="729238" y="1179665"/>
            <a:chExt cx="1636117" cy="1526144"/>
          </a:xfrm>
        </p:grpSpPr>
        <p:grpSp>
          <p:nvGrpSpPr>
            <p:cNvPr id="5" name="Google Shape;5601;p66">
              <a:extLst>
                <a:ext uri="{FF2B5EF4-FFF2-40B4-BE49-F238E27FC236}">
                  <a16:creationId xmlns:a16="http://schemas.microsoft.com/office/drawing/2014/main" id="{16357796-37EF-EF5E-31EE-507938832FF6}"/>
                </a:ext>
              </a:extLst>
            </p:cNvPr>
            <p:cNvGrpSpPr/>
            <p:nvPr/>
          </p:nvGrpSpPr>
          <p:grpSpPr>
            <a:xfrm>
              <a:off x="729238" y="1179665"/>
              <a:ext cx="80700" cy="1526144"/>
              <a:chOff x="729238" y="1179665"/>
              <a:chExt cx="80700" cy="1526144"/>
            </a:xfrm>
          </p:grpSpPr>
          <p:sp>
            <p:nvSpPr>
              <p:cNvPr id="105" name="Google Shape;5602;p66">
                <a:extLst>
                  <a:ext uri="{FF2B5EF4-FFF2-40B4-BE49-F238E27FC236}">
                    <a16:creationId xmlns:a16="http://schemas.microsoft.com/office/drawing/2014/main" id="{F755A67E-0DBF-E690-4ED2-1B38D1EB68F9}"/>
                  </a:ext>
                </a:extLst>
              </p:cNvPr>
              <p:cNvSpPr/>
              <p:nvPr/>
            </p:nvSpPr>
            <p:spPr>
              <a:xfrm>
                <a:off x="729238" y="1179665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106" name="Google Shape;5603;p66">
                <a:extLst>
                  <a:ext uri="{FF2B5EF4-FFF2-40B4-BE49-F238E27FC236}">
                    <a16:creationId xmlns:a16="http://schemas.microsoft.com/office/drawing/2014/main" id="{6201BDCE-94D0-6C06-EC32-D2FA312E336B}"/>
                  </a:ext>
                </a:extLst>
              </p:cNvPr>
              <p:cNvSpPr/>
              <p:nvPr/>
            </p:nvSpPr>
            <p:spPr>
              <a:xfrm>
                <a:off x="729238" y="134036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107" name="Google Shape;5604;p66">
                <a:extLst>
                  <a:ext uri="{FF2B5EF4-FFF2-40B4-BE49-F238E27FC236}">
                    <a16:creationId xmlns:a16="http://schemas.microsoft.com/office/drawing/2014/main" id="{4D449C73-6325-B167-3DD5-7E17AB1569DC}"/>
                  </a:ext>
                </a:extLst>
              </p:cNvPr>
              <p:cNvSpPr/>
              <p:nvPr/>
            </p:nvSpPr>
            <p:spPr>
              <a:xfrm>
                <a:off x="729238" y="150105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108" name="Google Shape;5605;p66">
                <a:extLst>
                  <a:ext uri="{FF2B5EF4-FFF2-40B4-BE49-F238E27FC236}">
                    <a16:creationId xmlns:a16="http://schemas.microsoft.com/office/drawing/2014/main" id="{DFD202D9-8A22-AF1C-C57D-3F8E524D0E31}"/>
                  </a:ext>
                </a:extLst>
              </p:cNvPr>
              <p:cNvSpPr/>
              <p:nvPr/>
            </p:nvSpPr>
            <p:spPr>
              <a:xfrm>
                <a:off x="729238" y="166175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109" name="Google Shape;5606;p66">
                <a:extLst>
                  <a:ext uri="{FF2B5EF4-FFF2-40B4-BE49-F238E27FC236}">
                    <a16:creationId xmlns:a16="http://schemas.microsoft.com/office/drawing/2014/main" id="{9F3FC989-E828-1C01-D089-654AB875F493}"/>
                  </a:ext>
                </a:extLst>
              </p:cNvPr>
              <p:cNvSpPr/>
              <p:nvPr/>
            </p:nvSpPr>
            <p:spPr>
              <a:xfrm>
                <a:off x="729238" y="1821630"/>
                <a:ext cx="80700" cy="80700"/>
              </a:xfrm>
              <a:prstGeom prst="rect">
                <a:avLst/>
              </a:prstGeom>
              <a:solidFill>
                <a:srgbClr val="A0739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110" name="Google Shape;5607;p66">
                <a:extLst>
                  <a:ext uri="{FF2B5EF4-FFF2-40B4-BE49-F238E27FC236}">
                    <a16:creationId xmlns:a16="http://schemas.microsoft.com/office/drawing/2014/main" id="{7150DBB4-0B70-0A99-3B6E-ABEB1B752326}"/>
                  </a:ext>
                </a:extLst>
              </p:cNvPr>
              <p:cNvSpPr/>
              <p:nvPr/>
            </p:nvSpPr>
            <p:spPr>
              <a:xfrm>
                <a:off x="729238" y="1982326"/>
                <a:ext cx="80700" cy="80700"/>
              </a:xfrm>
              <a:prstGeom prst="rect">
                <a:avLst/>
              </a:prstGeom>
              <a:solidFill>
                <a:srgbClr val="A0739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111" name="Google Shape;5608;p66">
                <a:extLst>
                  <a:ext uri="{FF2B5EF4-FFF2-40B4-BE49-F238E27FC236}">
                    <a16:creationId xmlns:a16="http://schemas.microsoft.com/office/drawing/2014/main" id="{35BF84E2-C974-8703-A241-DFDA5AEA6B9A}"/>
                  </a:ext>
                </a:extLst>
              </p:cNvPr>
              <p:cNvSpPr/>
              <p:nvPr/>
            </p:nvSpPr>
            <p:spPr>
              <a:xfrm>
                <a:off x="729238" y="2143022"/>
                <a:ext cx="80700" cy="80700"/>
              </a:xfrm>
              <a:prstGeom prst="rect">
                <a:avLst/>
              </a:prstGeom>
              <a:solidFill>
                <a:srgbClr val="A0739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112" name="Google Shape;5609;p66">
                <a:extLst>
                  <a:ext uri="{FF2B5EF4-FFF2-40B4-BE49-F238E27FC236}">
                    <a16:creationId xmlns:a16="http://schemas.microsoft.com/office/drawing/2014/main" id="{57BB57E4-802A-45CD-AE98-7FE1A3108229}"/>
                  </a:ext>
                </a:extLst>
              </p:cNvPr>
              <p:cNvSpPr/>
              <p:nvPr/>
            </p:nvSpPr>
            <p:spPr>
              <a:xfrm>
                <a:off x="729238" y="2303717"/>
                <a:ext cx="80700" cy="80700"/>
              </a:xfrm>
              <a:prstGeom prst="rect">
                <a:avLst/>
              </a:prstGeom>
              <a:solidFill>
                <a:srgbClr val="A0739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113" name="Google Shape;5610;p66">
                <a:extLst>
                  <a:ext uri="{FF2B5EF4-FFF2-40B4-BE49-F238E27FC236}">
                    <a16:creationId xmlns:a16="http://schemas.microsoft.com/office/drawing/2014/main" id="{CCD8715E-E523-D18B-3D2A-BB1893FD5921}"/>
                  </a:ext>
                </a:extLst>
              </p:cNvPr>
              <p:cNvSpPr/>
              <p:nvPr/>
            </p:nvSpPr>
            <p:spPr>
              <a:xfrm>
                <a:off x="729238" y="2464413"/>
                <a:ext cx="80700" cy="80700"/>
              </a:xfrm>
              <a:prstGeom prst="rect">
                <a:avLst/>
              </a:prstGeom>
              <a:solidFill>
                <a:srgbClr val="A0739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114" name="Google Shape;5611;p66">
                <a:extLst>
                  <a:ext uri="{FF2B5EF4-FFF2-40B4-BE49-F238E27FC236}">
                    <a16:creationId xmlns:a16="http://schemas.microsoft.com/office/drawing/2014/main" id="{DDCCAC81-83F8-CC3D-36E9-2A704716D3E2}"/>
                  </a:ext>
                </a:extLst>
              </p:cNvPr>
              <p:cNvSpPr/>
              <p:nvPr/>
            </p:nvSpPr>
            <p:spPr>
              <a:xfrm>
                <a:off x="729238" y="2625109"/>
                <a:ext cx="80700" cy="80700"/>
              </a:xfrm>
              <a:prstGeom prst="rect">
                <a:avLst/>
              </a:prstGeom>
              <a:solidFill>
                <a:srgbClr val="A0739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</p:grpSp>
        <p:grpSp>
          <p:nvGrpSpPr>
            <p:cNvPr id="6" name="Google Shape;5612;p66">
              <a:extLst>
                <a:ext uri="{FF2B5EF4-FFF2-40B4-BE49-F238E27FC236}">
                  <a16:creationId xmlns:a16="http://schemas.microsoft.com/office/drawing/2014/main" id="{DADFBD19-CB38-3C51-A3CB-685BB9ADDC6D}"/>
                </a:ext>
              </a:extLst>
            </p:cNvPr>
            <p:cNvGrpSpPr/>
            <p:nvPr/>
          </p:nvGrpSpPr>
          <p:grpSpPr>
            <a:xfrm>
              <a:off x="903098" y="1179665"/>
              <a:ext cx="80700" cy="1526144"/>
              <a:chOff x="903098" y="1179665"/>
              <a:chExt cx="80700" cy="1526144"/>
            </a:xfrm>
          </p:grpSpPr>
          <p:sp>
            <p:nvSpPr>
              <p:cNvPr id="95" name="Google Shape;5613;p66">
                <a:extLst>
                  <a:ext uri="{FF2B5EF4-FFF2-40B4-BE49-F238E27FC236}">
                    <a16:creationId xmlns:a16="http://schemas.microsoft.com/office/drawing/2014/main" id="{775D2BDE-1609-3A91-DBC7-252739FD58AE}"/>
                  </a:ext>
                </a:extLst>
              </p:cNvPr>
              <p:cNvSpPr/>
              <p:nvPr/>
            </p:nvSpPr>
            <p:spPr>
              <a:xfrm>
                <a:off x="903098" y="1179665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96" name="Google Shape;5614;p66">
                <a:extLst>
                  <a:ext uri="{FF2B5EF4-FFF2-40B4-BE49-F238E27FC236}">
                    <a16:creationId xmlns:a16="http://schemas.microsoft.com/office/drawing/2014/main" id="{6EC3C505-226D-3931-0145-2AD2F3342671}"/>
                  </a:ext>
                </a:extLst>
              </p:cNvPr>
              <p:cNvSpPr/>
              <p:nvPr/>
            </p:nvSpPr>
            <p:spPr>
              <a:xfrm>
                <a:off x="903098" y="134036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97" name="Google Shape;5615;p66">
                <a:extLst>
                  <a:ext uri="{FF2B5EF4-FFF2-40B4-BE49-F238E27FC236}">
                    <a16:creationId xmlns:a16="http://schemas.microsoft.com/office/drawing/2014/main" id="{7DC9C1DF-983A-C422-D5E6-BCA9F00DB797}"/>
                  </a:ext>
                </a:extLst>
              </p:cNvPr>
              <p:cNvSpPr/>
              <p:nvPr/>
            </p:nvSpPr>
            <p:spPr>
              <a:xfrm>
                <a:off x="903098" y="150105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98" name="Google Shape;5616;p66">
                <a:extLst>
                  <a:ext uri="{FF2B5EF4-FFF2-40B4-BE49-F238E27FC236}">
                    <a16:creationId xmlns:a16="http://schemas.microsoft.com/office/drawing/2014/main" id="{065DED2D-BB3D-854C-2253-E27503E80015}"/>
                  </a:ext>
                </a:extLst>
              </p:cNvPr>
              <p:cNvSpPr/>
              <p:nvPr/>
            </p:nvSpPr>
            <p:spPr>
              <a:xfrm>
                <a:off x="903098" y="166175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99" name="Google Shape;5617;p66">
                <a:extLst>
                  <a:ext uri="{FF2B5EF4-FFF2-40B4-BE49-F238E27FC236}">
                    <a16:creationId xmlns:a16="http://schemas.microsoft.com/office/drawing/2014/main" id="{9E045E83-C538-9E64-9A30-BC16B699B9D0}"/>
                  </a:ext>
                </a:extLst>
              </p:cNvPr>
              <p:cNvSpPr/>
              <p:nvPr/>
            </p:nvSpPr>
            <p:spPr>
              <a:xfrm>
                <a:off x="903098" y="182163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100" name="Google Shape;5618;p66">
                <a:extLst>
                  <a:ext uri="{FF2B5EF4-FFF2-40B4-BE49-F238E27FC236}">
                    <a16:creationId xmlns:a16="http://schemas.microsoft.com/office/drawing/2014/main" id="{C8B285AD-0B71-BE71-98C0-4BBC224DE238}"/>
                  </a:ext>
                </a:extLst>
              </p:cNvPr>
              <p:cNvSpPr/>
              <p:nvPr/>
            </p:nvSpPr>
            <p:spPr>
              <a:xfrm>
                <a:off x="903098" y="198232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101" name="Google Shape;5619;p66">
                <a:extLst>
                  <a:ext uri="{FF2B5EF4-FFF2-40B4-BE49-F238E27FC236}">
                    <a16:creationId xmlns:a16="http://schemas.microsoft.com/office/drawing/2014/main" id="{998AB540-0700-0D4B-7B22-A2FCD582C3B7}"/>
                  </a:ext>
                </a:extLst>
              </p:cNvPr>
              <p:cNvSpPr/>
              <p:nvPr/>
            </p:nvSpPr>
            <p:spPr>
              <a:xfrm>
                <a:off x="903098" y="2143022"/>
                <a:ext cx="80700" cy="80700"/>
              </a:xfrm>
              <a:prstGeom prst="rect">
                <a:avLst/>
              </a:prstGeom>
              <a:solidFill>
                <a:srgbClr val="A0739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102" name="Google Shape;5620;p66">
                <a:extLst>
                  <a:ext uri="{FF2B5EF4-FFF2-40B4-BE49-F238E27FC236}">
                    <a16:creationId xmlns:a16="http://schemas.microsoft.com/office/drawing/2014/main" id="{88E519DA-9C08-2680-1A22-705EED4D66BA}"/>
                  </a:ext>
                </a:extLst>
              </p:cNvPr>
              <p:cNvSpPr/>
              <p:nvPr/>
            </p:nvSpPr>
            <p:spPr>
              <a:xfrm>
                <a:off x="903098" y="2303717"/>
                <a:ext cx="80700" cy="80700"/>
              </a:xfrm>
              <a:prstGeom prst="rect">
                <a:avLst/>
              </a:prstGeom>
              <a:solidFill>
                <a:srgbClr val="A0739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103" name="Google Shape;5621;p66">
                <a:extLst>
                  <a:ext uri="{FF2B5EF4-FFF2-40B4-BE49-F238E27FC236}">
                    <a16:creationId xmlns:a16="http://schemas.microsoft.com/office/drawing/2014/main" id="{C824418C-1541-BF14-2D80-A41FEE2153EB}"/>
                  </a:ext>
                </a:extLst>
              </p:cNvPr>
              <p:cNvSpPr/>
              <p:nvPr/>
            </p:nvSpPr>
            <p:spPr>
              <a:xfrm>
                <a:off x="903098" y="2464413"/>
                <a:ext cx="80700" cy="80700"/>
              </a:xfrm>
              <a:prstGeom prst="rect">
                <a:avLst/>
              </a:prstGeom>
              <a:solidFill>
                <a:srgbClr val="A0739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104" name="Google Shape;5622;p66">
                <a:extLst>
                  <a:ext uri="{FF2B5EF4-FFF2-40B4-BE49-F238E27FC236}">
                    <a16:creationId xmlns:a16="http://schemas.microsoft.com/office/drawing/2014/main" id="{1250B6D9-F518-3438-F07F-7D523E16C435}"/>
                  </a:ext>
                </a:extLst>
              </p:cNvPr>
              <p:cNvSpPr/>
              <p:nvPr/>
            </p:nvSpPr>
            <p:spPr>
              <a:xfrm>
                <a:off x="903098" y="2625109"/>
                <a:ext cx="80700" cy="80700"/>
              </a:xfrm>
              <a:prstGeom prst="rect">
                <a:avLst/>
              </a:prstGeom>
              <a:solidFill>
                <a:srgbClr val="A0739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</p:grpSp>
        <p:grpSp>
          <p:nvGrpSpPr>
            <p:cNvPr id="7" name="Google Shape;5623;p66">
              <a:extLst>
                <a:ext uri="{FF2B5EF4-FFF2-40B4-BE49-F238E27FC236}">
                  <a16:creationId xmlns:a16="http://schemas.microsoft.com/office/drawing/2014/main" id="{20730644-419F-8F5A-69C6-37E907D197BA}"/>
                </a:ext>
              </a:extLst>
            </p:cNvPr>
            <p:cNvGrpSpPr/>
            <p:nvPr/>
          </p:nvGrpSpPr>
          <p:grpSpPr>
            <a:xfrm>
              <a:off x="1076958" y="1179665"/>
              <a:ext cx="80700" cy="1526144"/>
              <a:chOff x="1076958" y="1179665"/>
              <a:chExt cx="80700" cy="1526144"/>
            </a:xfrm>
          </p:grpSpPr>
          <p:sp>
            <p:nvSpPr>
              <p:cNvPr id="85" name="Google Shape;5624;p66">
                <a:extLst>
                  <a:ext uri="{FF2B5EF4-FFF2-40B4-BE49-F238E27FC236}">
                    <a16:creationId xmlns:a16="http://schemas.microsoft.com/office/drawing/2014/main" id="{6D3A39BC-B631-1A0D-55A9-9D9B9979CD96}"/>
                  </a:ext>
                </a:extLst>
              </p:cNvPr>
              <p:cNvSpPr/>
              <p:nvPr/>
            </p:nvSpPr>
            <p:spPr>
              <a:xfrm>
                <a:off x="1076958" y="1179665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86" name="Google Shape;5625;p66">
                <a:extLst>
                  <a:ext uri="{FF2B5EF4-FFF2-40B4-BE49-F238E27FC236}">
                    <a16:creationId xmlns:a16="http://schemas.microsoft.com/office/drawing/2014/main" id="{14977C82-BD1C-19B3-0EAA-9D16DB119868}"/>
                  </a:ext>
                </a:extLst>
              </p:cNvPr>
              <p:cNvSpPr/>
              <p:nvPr/>
            </p:nvSpPr>
            <p:spPr>
              <a:xfrm>
                <a:off x="1076958" y="134036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87" name="Google Shape;5626;p66">
                <a:extLst>
                  <a:ext uri="{FF2B5EF4-FFF2-40B4-BE49-F238E27FC236}">
                    <a16:creationId xmlns:a16="http://schemas.microsoft.com/office/drawing/2014/main" id="{21ED0ADB-45EF-20D7-7B64-3811FF6DCAF5}"/>
                  </a:ext>
                </a:extLst>
              </p:cNvPr>
              <p:cNvSpPr/>
              <p:nvPr/>
            </p:nvSpPr>
            <p:spPr>
              <a:xfrm>
                <a:off x="1076958" y="150105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88" name="Google Shape;5627;p66">
                <a:extLst>
                  <a:ext uri="{FF2B5EF4-FFF2-40B4-BE49-F238E27FC236}">
                    <a16:creationId xmlns:a16="http://schemas.microsoft.com/office/drawing/2014/main" id="{15CF3907-CFA5-F292-F725-ACAB28EFF1E9}"/>
                  </a:ext>
                </a:extLst>
              </p:cNvPr>
              <p:cNvSpPr/>
              <p:nvPr/>
            </p:nvSpPr>
            <p:spPr>
              <a:xfrm>
                <a:off x="1076958" y="166175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89" name="Google Shape;5628;p66">
                <a:extLst>
                  <a:ext uri="{FF2B5EF4-FFF2-40B4-BE49-F238E27FC236}">
                    <a16:creationId xmlns:a16="http://schemas.microsoft.com/office/drawing/2014/main" id="{47737198-5A99-1040-98F7-DCB5A206550E}"/>
                  </a:ext>
                </a:extLst>
              </p:cNvPr>
              <p:cNvSpPr/>
              <p:nvPr/>
            </p:nvSpPr>
            <p:spPr>
              <a:xfrm>
                <a:off x="1076958" y="182163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90" name="Google Shape;5629;p66">
                <a:extLst>
                  <a:ext uri="{FF2B5EF4-FFF2-40B4-BE49-F238E27FC236}">
                    <a16:creationId xmlns:a16="http://schemas.microsoft.com/office/drawing/2014/main" id="{D25D9AB1-D610-25FB-F129-337F56DE223F}"/>
                  </a:ext>
                </a:extLst>
              </p:cNvPr>
              <p:cNvSpPr/>
              <p:nvPr/>
            </p:nvSpPr>
            <p:spPr>
              <a:xfrm>
                <a:off x="1076958" y="198232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91" name="Google Shape;5630;p66">
                <a:extLst>
                  <a:ext uri="{FF2B5EF4-FFF2-40B4-BE49-F238E27FC236}">
                    <a16:creationId xmlns:a16="http://schemas.microsoft.com/office/drawing/2014/main" id="{B4346F8B-3A78-3944-7FE1-46B6CA120A6C}"/>
                  </a:ext>
                </a:extLst>
              </p:cNvPr>
              <p:cNvSpPr/>
              <p:nvPr/>
            </p:nvSpPr>
            <p:spPr>
              <a:xfrm>
                <a:off x="1076958" y="214302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92" name="Google Shape;5631;p66">
                <a:extLst>
                  <a:ext uri="{FF2B5EF4-FFF2-40B4-BE49-F238E27FC236}">
                    <a16:creationId xmlns:a16="http://schemas.microsoft.com/office/drawing/2014/main" id="{6F5B1F55-021B-9B89-0FE6-2826FE670ED9}"/>
                  </a:ext>
                </a:extLst>
              </p:cNvPr>
              <p:cNvSpPr/>
              <p:nvPr/>
            </p:nvSpPr>
            <p:spPr>
              <a:xfrm>
                <a:off x="1076958" y="2303717"/>
                <a:ext cx="80700" cy="80700"/>
              </a:xfrm>
              <a:prstGeom prst="rect">
                <a:avLst/>
              </a:prstGeom>
              <a:solidFill>
                <a:srgbClr val="A0739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93" name="Google Shape;5632;p66">
                <a:extLst>
                  <a:ext uri="{FF2B5EF4-FFF2-40B4-BE49-F238E27FC236}">
                    <a16:creationId xmlns:a16="http://schemas.microsoft.com/office/drawing/2014/main" id="{B0A5473B-E461-25B7-CE4D-D9DADAB4B274}"/>
                  </a:ext>
                </a:extLst>
              </p:cNvPr>
              <p:cNvSpPr/>
              <p:nvPr/>
            </p:nvSpPr>
            <p:spPr>
              <a:xfrm>
                <a:off x="1076958" y="2464413"/>
                <a:ext cx="80700" cy="80700"/>
              </a:xfrm>
              <a:prstGeom prst="rect">
                <a:avLst/>
              </a:prstGeom>
              <a:solidFill>
                <a:srgbClr val="A0739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94" name="Google Shape;5633;p66">
                <a:extLst>
                  <a:ext uri="{FF2B5EF4-FFF2-40B4-BE49-F238E27FC236}">
                    <a16:creationId xmlns:a16="http://schemas.microsoft.com/office/drawing/2014/main" id="{2B905316-0647-91BA-0BE3-B818EEC9447B}"/>
                  </a:ext>
                </a:extLst>
              </p:cNvPr>
              <p:cNvSpPr/>
              <p:nvPr/>
            </p:nvSpPr>
            <p:spPr>
              <a:xfrm>
                <a:off x="1076958" y="2625109"/>
                <a:ext cx="80700" cy="80700"/>
              </a:xfrm>
              <a:prstGeom prst="rect">
                <a:avLst/>
              </a:prstGeom>
              <a:solidFill>
                <a:srgbClr val="A0739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</p:grpSp>
        <p:grpSp>
          <p:nvGrpSpPr>
            <p:cNvPr id="8" name="Google Shape;5634;p66">
              <a:extLst>
                <a:ext uri="{FF2B5EF4-FFF2-40B4-BE49-F238E27FC236}">
                  <a16:creationId xmlns:a16="http://schemas.microsoft.com/office/drawing/2014/main" id="{95A2001F-1CDE-B47A-D0DD-D695DCEE2611}"/>
                </a:ext>
              </a:extLst>
            </p:cNvPr>
            <p:cNvGrpSpPr/>
            <p:nvPr/>
          </p:nvGrpSpPr>
          <p:grpSpPr>
            <a:xfrm>
              <a:off x="1247707" y="1179665"/>
              <a:ext cx="80700" cy="1526144"/>
              <a:chOff x="1247707" y="1179665"/>
              <a:chExt cx="80700" cy="1526144"/>
            </a:xfrm>
          </p:grpSpPr>
          <p:sp>
            <p:nvSpPr>
              <p:cNvPr id="75" name="Google Shape;5635;p66">
                <a:extLst>
                  <a:ext uri="{FF2B5EF4-FFF2-40B4-BE49-F238E27FC236}">
                    <a16:creationId xmlns:a16="http://schemas.microsoft.com/office/drawing/2014/main" id="{32FB87EC-E8C8-CBA8-7B62-1AC6F9EB0771}"/>
                  </a:ext>
                </a:extLst>
              </p:cNvPr>
              <p:cNvSpPr/>
              <p:nvPr/>
            </p:nvSpPr>
            <p:spPr>
              <a:xfrm>
                <a:off x="1247707" y="1179665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76" name="Google Shape;5636;p66">
                <a:extLst>
                  <a:ext uri="{FF2B5EF4-FFF2-40B4-BE49-F238E27FC236}">
                    <a16:creationId xmlns:a16="http://schemas.microsoft.com/office/drawing/2014/main" id="{4047C8B3-A3A0-D0EC-6545-61D6901A4E8D}"/>
                  </a:ext>
                </a:extLst>
              </p:cNvPr>
              <p:cNvSpPr/>
              <p:nvPr/>
            </p:nvSpPr>
            <p:spPr>
              <a:xfrm>
                <a:off x="1247707" y="134036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77" name="Google Shape;5637;p66">
                <a:extLst>
                  <a:ext uri="{FF2B5EF4-FFF2-40B4-BE49-F238E27FC236}">
                    <a16:creationId xmlns:a16="http://schemas.microsoft.com/office/drawing/2014/main" id="{7232FEBC-6868-EA0D-21A5-6B4E68D5A8E4}"/>
                  </a:ext>
                </a:extLst>
              </p:cNvPr>
              <p:cNvSpPr/>
              <p:nvPr/>
            </p:nvSpPr>
            <p:spPr>
              <a:xfrm>
                <a:off x="1247707" y="150105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78" name="Google Shape;5638;p66">
                <a:extLst>
                  <a:ext uri="{FF2B5EF4-FFF2-40B4-BE49-F238E27FC236}">
                    <a16:creationId xmlns:a16="http://schemas.microsoft.com/office/drawing/2014/main" id="{D1953BDC-F92A-59D6-2E2D-B7620AF41F54}"/>
                  </a:ext>
                </a:extLst>
              </p:cNvPr>
              <p:cNvSpPr/>
              <p:nvPr/>
            </p:nvSpPr>
            <p:spPr>
              <a:xfrm>
                <a:off x="1247707" y="1661752"/>
                <a:ext cx="80700" cy="80700"/>
              </a:xfrm>
              <a:prstGeom prst="rect">
                <a:avLst/>
              </a:prstGeom>
              <a:solidFill>
                <a:srgbClr val="A0739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79" name="Google Shape;5639;p66">
                <a:extLst>
                  <a:ext uri="{FF2B5EF4-FFF2-40B4-BE49-F238E27FC236}">
                    <a16:creationId xmlns:a16="http://schemas.microsoft.com/office/drawing/2014/main" id="{4752FD76-95FB-55FD-1697-E363B0909435}"/>
                  </a:ext>
                </a:extLst>
              </p:cNvPr>
              <p:cNvSpPr/>
              <p:nvPr/>
            </p:nvSpPr>
            <p:spPr>
              <a:xfrm>
                <a:off x="1247707" y="1821630"/>
                <a:ext cx="80700" cy="80700"/>
              </a:xfrm>
              <a:prstGeom prst="rect">
                <a:avLst/>
              </a:prstGeom>
              <a:solidFill>
                <a:srgbClr val="A0739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80" name="Google Shape;5640;p66">
                <a:extLst>
                  <a:ext uri="{FF2B5EF4-FFF2-40B4-BE49-F238E27FC236}">
                    <a16:creationId xmlns:a16="http://schemas.microsoft.com/office/drawing/2014/main" id="{A2EC1EF6-17BF-B286-92CE-BDF2A280633F}"/>
                  </a:ext>
                </a:extLst>
              </p:cNvPr>
              <p:cNvSpPr/>
              <p:nvPr/>
            </p:nvSpPr>
            <p:spPr>
              <a:xfrm>
                <a:off x="1247707" y="1982326"/>
                <a:ext cx="80700" cy="80700"/>
              </a:xfrm>
              <a:prstGeom prst="rect">
                <a:avLst/>
              </a:prstGeom>
              <a:solidFill>
                <a:srgbClr val="A0739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81" name="Google Shape;5641;p66">
                <a:extLst>
                  <a:ext uri="{FF2B5EF4-FFF2-40B4-BE49-F238E27FC236}">
                    <a16:creationId xmlns:a16="http://schemas.microsoft.com/office/drawing/2014/main" id="{77DE581E-28FB-5569-9225-E4B9C2F5E975}"/>
                  </a:ext>
                </a:extLst>
              </p:cNvPr>
              <p:cNvSpPr/>
              <p:nvPr/>
            </p:nvSpPr>
            <p:spPr>
              <a:xfrm>
                <a:off x="1247707" y="2143022"/>
                <a:ext cx="80700" cy="80700"/>
              </a:xfrm>
              <a:prstGeom prst="rect">
                <a:avLst/>
              </a:prstGeom>
              <a:solidFill>
                <a:srgbClr val="A0739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82" name="Google Shape;5642;p66">
                <a:extLst>
                  <a:ext uri="{FF2B5EF4-FFF2-40B4-BE49-F238E27FC236}">
                    <a16:creationId xmlns:a16="http://schemas.microsoft.com/office/drawing/2014/main" id="{C291A6B5-0960-9F9E-08C1-CAB2E083BC91}"/>
                  </a:ext>
                </a:extLst>
              </p:cNvPr>
              <p:cNvSpPr/>
              <p:nvPr/>
            </p:nvSpPr>
            <p:spPr>
              <a:xfrm>
                <a:off x="1247707" y="2303717"/>
                <a:ext cx="80700" cy="80700"/>
              </a:xfrm>
              <a:prstGeom prst="rect">
                <a:avLst/>
              </a:prstGeom>
              <a:solidFill>
                <a:srgbClr val="A0739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83" name="Google Shape;5643;p66">
                <a:extLst>
                  <a:ext uri="{FF2B5EF4-FFF2-40B4-BE49-F238E27FC236}">
                    <a16:creationId xmlns:a16="http://schemas.microsoft.com/office/drawing/2014/main" id="{602BCDB8-01D0-926F-11ED-2D069011C653}"/>
                  </a:ext>
                </a:extLst>
              </p:cNvPr>
              <p:cNvSpPr/>
              <p:nvPr/>
            </p:nvSpPr>
            <p:spPr>
              <a:xfrm>
                <a:off x="1247707" y="2464413"/>
                <a:ext cx="80700" cy="80700"/>
              </a:xfrm>
              <a:prstGeom prst="rect">
                <a:avLst/>
              </a:prstGeom>
              <a:solidFill>
                <a:srgbClr val="A0739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84" name="Google Shape;5644;p66">
                <a:extLst>
                  <a:ext uri="{FF2B5EF4-FFF2-40B4-BE49-F238E27FC236}">
                    <a16:creationId xmlns:a16="http://schemas.microsoft.com/office/drawing/2014/main" id="{732C228E-7498-8DF3-A2FE-3ED36959480C}"/>
                  </a:ext>
                </a:extLst>
              </p:cNvPr>
              <p:cNvSpPr/>
              <p:nvPr/>
            </p:nvSpPr>
            <p:spPr>
              <a:xfrm>
                <a:off x="1247707" y="2625109"/>
                <a:ext cx="80700" cy="80700"/>
              </a:xfrm>
              <a:prstGeom prst="rect">
                <a:avLst/>
              </a:prstGeom>
              <a:solidFill>
                <a:srgbClr val="A0739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</p:grpSp>
        <p:grpSp>
          <p:nvGrpSpPr>
            <p:cNvPr id="9" name="Google Shape;5645;p66">
              <a:extLst>
                <a:ext uri="{FF2B5EF4-FFF2-40B4-BE49-F238E27FC236}">
                  <a16:creationId xmlns:a16="http://schemas.microsoft.com/office/drawing/2014/main" id="{2A51C0AC-DD6A-9699-0F27-BC5E68816F24}"/>
                </a:ext>
              </a:extLst>
            </p:cNvPr>
            <p:cNvGrpSpPr/>
            <p:nvPr/>
          </p:nvGrpSpPr>
          <p:grpSpPr>
            <a:xfrm>
              <a:off x="1421567" y="1179665"/>
              <a:ext cx="80700" cy="1526144"/>
              <a:chOff x="1421567" y="1179665"/>
              <a:chExt cx="80700" cy="1526144"/>
            </a:xfrm>
          </p:grpSpPr>
          <p:sp>
            <p:nvSpPr>
              <p:cNvPr id="65" name="Google Shape;5646;p66">
                <a:extLst>
                  <a:ext uri="{FF2B5EF4-FFF2-40B4-BE49-F238E27FC236}">
                    <a16:creationId xmlns:a16="http://schemas.microsoft.com/office/drawing/2014/main" id="{3FCB12DA-55EC-2B1F-8429-DA2D97ADCE44}"/>
                  </a:ext>
                </a:extLst>
              </p:cNvPr>
              <p:cNvSpPr/>
              <p:nvPr/>
            </p:nvSpPr>
            <p:spPr>
              <a:xfrm>
                <a:off x="1421567" y="1179665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66" name="Google Shape;5647;p66">
                <a:extLst>
                  <a:ext uri="{FF2B5EF4-FFF2-40B4-BE49-F238E27FC236}">
                    <a16:creationId xmlns:a16="http://schemas.microsoft.com/office/drawing/2014/main" id="{09FF01A7-F76B-29DF-F7F2-AEAAF52C439A}"/>
                  </a:ext>
                </a:extLst>
              </p:cNvPr>
              <p:cNvSpPr/>
              <p:nvPr/>
            </p:nvSpPr>
            <p:spPr>
              <a:xfrm>
                <a:off x="1421567" y="134036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67" name="Google Shape;5648;p66">
                <a:extLst>
                  <a:ext uri="{FF2B5EF4-FFF2-40B4-BE49-F238E27FC236}">
                    <a16:creationId xmlns:a16="http://schemas.microsoft.com/office/drawing/2014/main" id="{B38F8885-0B96-F4FC-3981-EAAB7A0019CD}"/>
                  </a:ext>
                </a:extLst>
              </p:cNvPr>
              <p:cNvSpPr/>
              <p:nvPr/>
            </p:nvSpPr>
            <p:spPr>
              <a:xfrm>
                <a:off x="1421567" y="150105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68" name="Google Shape;5649;p66">
                <a:extLst>
                  <a:ext uri="{FF2B5EF4-FFF2-40B4-BE49-F238E27FC236}">
                    <a16:creationId xmlns:a16="http://schemas.microsoft.com/office/drawing/2014/main" id="{113EB9FE-FAC0-3750-9326-45A64F8D7DD1}"/>
                  </a:ext>
                </a:extLst>
              </p:cNvPr>
              <p:cNvSpPr/>
              <p:nvPr/>
            </p:nvSpPr>
            <p:spPr>
              <a:xfrm>
                <a:off x="1421567" y="166175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69" name="Google Shape;5650;p66">
                <a:extLst>
                  <a:ext uri="{FF2B5EF4-FFF2-40B4-BE49-F238E27FC236}">
                    <a16:creationId xmlns:a16="http://schemas.microsoft.com/office/drawing/2014/main" id="{4EA29B28-BEB0-12B0-0148-FCDF26109986}"/>
                  </a:ext>
                </a:extLst>
              </p:cNvPr>
              <p:cNvSpPr/>
              <p:nvPr/>
            </p:nvSpPr>
            <p:spPr>
              <a:xfrm>
                <a:off x="1421567" y="182163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70" name="Google Shape;5651;p66">
                <a:extLst>
                  <a:ext uri="{FF2B5EF4-FFF2-40B4-BE49-F238E27FC236}">
                    <a16:creationId xmlns:a16="http://schemas.microsoft.com/office/drawing/2014/main" id="{B7414720-D433-D6A9-A84A-28A021A4DE30}"/>
                  </a:ext>
                </a:extLst>
              </p:cNvPr>
              <p:cNvSpPr/>
              <p:nvPr/>
            </p:nvSpPr>
            <p:spPr>
              <a:xfrm>
                <a:off x="1421567" y="198232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71" name="Google Shape;5652;p66">
                <a:extLst>
                  <a:ext uri="{FF2B5EF4-FFF2-40B4-BE49-F238E27FC236}">
                    <a16:creationId xmlns:a16="http://schemas.microsoft.com/office/drawing/2014/main" id="{1D671460-C4CC-F4BA-94F9-21186D258408}"/>
                  </a:ext>
                </a:extLst>
              </p:cNvPr>
              <p:cNvSpPr/>
              <p:nvPr/>
            </p:nvSpPr>
            <p:spPr>
              <a:xfrm>
                <a:off x="1421567" y="214302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72" name="Google Shape;5653;p66">
                <a:extLst>
                  <a:ext uri="{FF2B5EF4-FFF2-40B4-BE49-F238E27FC236}">
                    <a16:creationId xmlns:a16="http://schemas.microsoft.com/office/drawing/2014/main" id="{EF29ECD3-5AB4-1F1F-1EA4-71A7CC332170}"/>
                  </a:ext>
                </a:extLst>
              </p:cNvPr>
              <p:cNvSpPr/>
              <p:nvPr/>
            </p:nvSpPr>
            <p:spPr>
              <a:xfrm>
                <a:off x="1421567" y="2303717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73" name="Google Shape;5654;p66">
                <a:extLst>
                  <a:ext uri="{FF2B5EF4-FFF2-40B4-BE49-F238E27FC236}">
                    <a16:creationId xmlns:a16="http://schemas.microsoft.com/office/drawing/2014/main" id="{6384A0FF-715E-19FC-0462-403F966803D3}"/>
                  </a:ext>
                </a:extLst>
              </p:cNvPr>
              <p:cNvSpPr/>
              <p:nvPr/>
            </p:nvSpPr>
            <p:spPr>
              <a:xfrm>
                <a:off x="1421567" y="2464413"/>
                <a:ext cx="80700" cy="80700"/>
              </a:xfrm>
              <a:prstGeom prst="rect">
                <a:avLst/>
              </a:prstGeom>
              <a:solidFill>
                <a:srgbClr val="A0739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74" name="Google Shape;5655;p66">
                <a:extLst>
                  <a:ext uri="{FF2B5EF4-FFF2-40B4-BE49-F238E27FC236}">
                    <a16:creationId xmlns:a16="http://schemas.microsoft.com/office/drawing/2014/main" id="{9ABADE3A-F6B6-F86C-56E3-25C55838854F}"/>
                  </a:ext>
                </a:extLst>
              </p:cNvPr>
              <p:cNvSpPr/>
              <p:nvPr/>
            </p:nvSpPr>
            <p:spPr>
              <a:xfrm>
                <a:off x="1421567" y="2625109"/>
                <a:ext cx="80700" cy="80700"/>
              </a:xfrm>
              <a:prstGeom prst="rect">
                <a:avLst/>
              </a:prstGeom>
              <a:solidFill>
                <a:srgbClr val="A0739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</p:grpSp>
        <p:grpSp>
          <p:nvGrpSpPr>
            <p:cNvPr id="10" name="Google Shape;5656;p66">
              <a:extLst>
                <a:ext uri="{FF2B5EF4-FFF2-40B4-BE49-F238E27FC236}">
                  <a16:creationId xmlns:a16="http://schemas.microsoft.com/office/drawing/2014/main" id="{74F5EE2C-8E6E-D81F-DF3F-C634018D3719}"/>
                </a:ext>
              </a:extLst>
            </p:cNvPr>
            <p:cNvGrpSpPr/>
            <p:nvPr/>
          </p:nvGrpSpPr>
          <p:grpSpPr>
            <a:xfrm>
              <a:off x="1592327" y="1179665"/>
              <a:ext cx="80700" cy="1526144"/>
              <a:chOff x="1592327" y="1179665"/>
              <a:chExt cx="80700" cy="1526144"/>
            </a:xfrm>
          </p:grpSpPr>
          <p:sp>
            <p:nvSpPr>
              <p:cNvPr id="55" name="Google Shape;5657;p66">
                <a:extLst>
                  <a:ext uri="{FF2B5EF4-FFF2-40B4-BE49-F238E27FC236}">
                    <a16:creationId xmlns:a16="http://schemas.microsoft.com/office/drawing/2014/main" id="{67549FFD-CC8D-8F07-0A53-269A888C11AE}"/>
                  </a:ext>
                </a:extLst>
              </p:cNvPr>
              <p:cNvSpPr/>
              <p:nvPr/>
            </p:nvSpPr>
            <p:spPr>
              <a:xfrm>
                <a:off x="1592327" y="1179665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56" name="Google Shape;5658;p66">
                <a:extLst>
                  <a:ext uri="{FF2B5EF4-FFF2-40B4-BE49-F238E27FC236}">
                    <a16:creationId xmlns:a16="http://schemas.microsoft.com/office/drawing/2014/main" id="{72111DF7-096A-ED24-80AA-A92B17FCC34A}"/>
                  </a:ext>
                </a:extLst>
              </p:cNvPr>
              <p:cNvSpPr/>
              <p:nvPr/>
            </p:nvSpPr>
            <p:spPr>
              <a:xfrm>
                <a:off x="1592327" y="134036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57" name="Google Shape;5659;p66">
                <a:extLst>
                  <a:ext uri="{FF2B5EF4-FFF2-40B4-BE49-F238E27FC236}">
                    <a16:creationId xmlns:a16="http://schemas.microsoft.com/office/drawing/2014/main" id="{67110D70-3048-4CF7-90D3-B270ED21BD97}"/>
                  </a:ext>
                </a:extLst>
              </p:cNvPr>
              <p:cNvSpPr/>
              <p:nvPr/>
            </p:nvSpPr>
            <p:spPr>
              <a:xfrm>
                <a:off x="1592327" y="150105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58" name="Google Shape;5660;p66">
                <a:extLst>
                  <a:ext uri="{FF2B5EF4-FFF2-40B4-BE49-F238E27FC236}">
                    <a16:creationId xmlns:a16="http://schemas.microsoft.com/office/drawing/2014/main" id="{23A2B7CF-24C0-6A72-43F0-A00266720D6C}"/>
                  </a:ext>
                </a:extLst>
              </p:cNvPr>
              <p:cNvSpPr/>
              <p:nvPr/>
            </p:nvSpPr>
            <p:spPr>
              <a:xfrm>
                <a:off x="1592327" y="166175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59" name="Google Shape;5661;p66">
                <a:extLst>
                  <a:ext uri="{FF2B5EF4-FFF2-40B4-BE49-F238E27FC236}">
                    <a16:creationId xmlns:a16="http://schemas.microsoft.com/office/drawing/2014/main" id="{583B2B4B-C696-D551-C75A-E94AD33FFF5A}"/>
                  </a:ext>
                </a:extLst>
              </p:cNvPr>
              <p:cNvSpPr/>
              <p:nvPr/>
            </p:nvSpPr>
            <p:spPr>
              <a:xfrm>
                <a:off x="1592327" y="182163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60" name="Google Shape;5662;p66">
                <a:extLst>
                  <a:ext uri="{FF2B5EF4-FFF2-40B4-BE49-F238E27FC236}">
                    <a16:creationId xmlns:a16="http://schemas.microsoft.com/office/drawing/2014/main" id="{D3769723-87D5-B7AC-A244-AC208F9B62B5}"/>
                  </a:ext>
                </a:extLst>
              </p:cNvPr>
              <p:cNvSpPr/>
              <p:nvPr/>
            </p:nvSpPr>
            <p:spPr>
              <a:xfrm>
                <a:off x="1592327" y="198232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61" name="Google Shape;5663;p66">
                <a:extLst>
                  <a:ext uri="{FF2B5EF4-FFF2-40B4-BE49-F238E27FC236}">
                    <a16:creationId xmlns:a16="http://schemas.microsoft.com/office/drawing/2014/main" id="{A6215BF1-0B16-6247-68CE-A2E2B1F36B5E}"/>
                  </a:ext>
                </a:extLst>
              </p:cNvPr>
              <p:cNvSpPr/>
              <p:nvPr/>
            </p:nvSpPr>
            <p:spPr>
              <a:xfrm>
                <a:off x="1592327" y="2143022"/>
                <a:ext cx="80700" cy="80700"/>
              </a:xfrm>
              <a:prstGeom prst="rect">
                <a:avLst/>
              </a:prstGeom>
              <a:solidFill>
                <a:srgbClr val="A0739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62" name="Google Shape;5664;p66">
                <a:extLst>
                  <a:ext uri="{FF2B5EF4-FFF2-40B4-BE49-F238E27FC236}">
                    <a16:creationId xmlns:a16="http://schemas.microsoft.com/office/drawing/2014/main" id="{83B2DE52-F25E-CCC0-FF70-853451972D82}"/>
                  </a:ext>
                </a:extLst>
              </p:cNvPr>
              <p:cNvSpPr/>
              <p:nvPr/>
            </p:nvSpPr>
            <p:spPr>
              <a:xfrm>
                <a:off x="1592327" y="2303717"/>
                <a:ext cx="80700" cy="80700"/>
              </a:xfrm>
              <a:prstGeom prst="rect">
                <a:avLst/>
              </a:prstGeom>
              <a:solidFill>
                <a:srgbClr val="A0739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63" name="Google Shape;5665;p66">
                <a:extLst>
                  <a:ext uri="{FF2B5EF4-FFF2-40B4-BE49-F238E27FC236}">
                    <a16:creationId xmlns:a16="http://schemas.microsoft.com/office/drawing/2014/main" id="{9896E291-F0C3-942E-F7A6-1FD68DC943AB}"/>
                  </a:ext>
                </a:extLst>
              </p:cNvPr>
              <p:cNvSpPr/>
              <p:nvPr/>
            </p:nvSpPr>
            <p:spPr>
              <a:xfrm>
                <a:off x="1592327" y="2464413"/>
                <a:ext cx="80700" cy="80700"/>
              </a:xfrm>
              <a:prstGeom prst="rect">
                <a:avLst/>
              </a:prstGeom>
              <a:solidFill>
                <a:srgbClr val="A0739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64" name="Google Shape;5666;p66">
                <a:extLst>
                  <a:ext uri="{FF2B5EF4-FFF2-40B4-BE49-F238E27FC236}">
                    <a16:creationId xmlns:a16="http://schemas.microsoft.com/office/drawing/2014/main" id="{4DD96C5E-FFB7-ACD3-8718-3E4F2A960473}"/>
                  </a:ext>
                </a:extLst>
              </p:cNvPr>
              <p:cNvSpPr/>
              <p:nvPr/>
            </p:nvSpPr>
            <p:spPr>
              <a:xfrm>
                <a:off x="1592327" y="2625109"/>
                <a:ext cx="80700" cy="80700"/>
              </a:xfrm>
              <a:prstGeom prst="rect">
                <a:avLst/>
              </a:prstGeom>
              <a:solidFill>
                <a:srgbClr val="A0739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</p:grpSp>
        <p:grpSp>
          <p:nvGrpSpPr>
            <p:cNvPr id="11" name="Google Shape;5667;p66">
              <a:extLst>
                <a:ext uri="{FF2B5EF4-FFF2-40B4-BE49-F238E27FC236}">
                  <a16:creationId xmlns:a16="http://schemas.microsoft.com/office/drawing/2014/main" id="{A7B0C57A-D713-C3E6-7389-9E4E28394E7B}"/>
                </a:ext>
              </a:extLst>
            </p:cNvPr>
            <p:cNvGrpSpPr/>
            <p:nvPr/>
          </p:nvGrpSpPr>
          <p:grpSpPr>
            <a:xfrm>
              <a:off x="1766187" y="1179665"/>
              <a:ext cx="80700" cy="1526144"/>
              <a:chOff x="1766187" y="1179665"/>
              <a:chExt cx="80700" cy="1526144"/>
            </a:xfrm>
          </p:grpSpPr>
          <p:sp>
            <p:nvSpPr>
              <p:cNvPr id="45" name="Google Shape;5668;p66">
                <a:extLst>
                  <a:ext uri="{FF2B5EF4-FFF2-40B4-BE49-F238E27FC236}">
                    <a16:creationId xmlns:a16="http://schemas.microsoft.com/office/drawing/2014/main" id="{43FB4DFA-4B6A-FC7C-CAE9-2D3AFBCFF53D}"/>
                  </a:ext>
                </a:extLst>
              </p:cNvPr>
              <p:cNvSpPr/>
              <p:nvPr/>
            </p:nvSpPr>
            <p:spPr>
              <a:xfrm>
                <a:off x="1766187" y="1179665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46" name="Google Shape;5669;p66">
                <a:extLst>
                  <a:ext uri="{FF2B5EF4-FFF2-40B4-BE49-F238E27FC236}">
                    <a16:creationId xmlns:a16="http://schemas.microsoft.com/office/drawing/2014/main" id="{D0EFF902-E314-AFE8-0FD7-0D6E82062E02}"/>
                  </a:ext>
                </a:extLst>
              </p:cNvPr>
              <p:cNvSpPr/>
              <p:nvPr/>
            </p:nvSpPr>
            <p:spPr>
              <a:xfrm>
                <a:off x="1766187" y="134036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47" name="Google Shape;5670;p66">
                <a:extLst>
                  <a:ext uri="{FF2B5EF4-FFF2-40B4-BE49-F238E27FC236}">
                    <a16:creationId xmlns:a16="http://schemas.microsoft.com/office/drawing/2014/main" id="{37389BD1-CAFD-F000-F0AF-9109E91E075B}"/>
                  </a:ext>
                </a:extLst>
              </p:cNvPr>
              <p:cNvSpPr/>
              <p:nvPr/>
            </p:nvSpPr>
            <p:spPr>
              <a:xfrm>
                <a:off x="1766187" y="150105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48" name="Google Shape;5671;p66">
                <a:extLst>
                  <a:ext uri="{FF2B5EF4-FFF2-40B4-BE49-F238E27FC236}">
                    <a16:creationId xmlns:a16="http://schemas.microsoft.com/office/drawing/2014/main" id="{A3497C12-8F22-6360-1D40-3D6DADD9C6E2}"/>
                  </a:ext>
                </a:extLst>
              </p:cNvPr>
              <p:cNvSpPr/>
              <p:nvPr/>
            </p:nvSpPr>
            <p:spPr>
              <a:xfrm>
                <a:off x="1766187" y="166175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49" name="Google Shape;5672;p66">
                <a:extLst>
                  <a:ext uri="{FF2B5EF4-FFF2-40B4-BE49-F238E27FC236}">
                    <a16:creationId xmlns:a16="http://schemas.microsoft.com/office/drawing/2014/main" id="{401C0948-33DF-99A4-4548-DCFC6B9612F1}"/>
                  </a:ext>
                </a:extLst>
              </p:cNvPr>
              <p:cNvSpPr/>
              <p:nvPr/>
            </p:nvSpPr>
            <p:spPr>
              <a:xfrm>
                <a:off x="1766187" y="182163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50" name="Google Shape;5673;p66">
                <a:extLst>
                  <a:ext uri="{FF2B5EF4-FFF2-40B4-BE49-F238E27FC236}">
                    <a16:creationId xmlns:a16="http://schemas.microsoft.com/office/drawing/2014/main" id="{1133FBB7-BF27-1A50-5728-AF838C7FCA8A}"/>
                  </a:ext>
                </a:extLst>
              </p:cNvPr>
              <p:cNvSpPr/>
              <p:nvPr/>
            </p:nvSpPr>
            <p:spPr>
              <a:xfrm>
                <a:off x="1766187" y="198232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51" name="Google Shape;5674;p66">
                <a:extLst>
                  <a:ext uri="{FF2B5EF4-FFF2-40B4-BE49-F238E27FC236}">
                    <a16:creationId xmlns:a16="http://schemas.microsoft.com/office/drawing/2014/main" id="{6B760A37-25BD-1FA7-3CAA-845FD898AB61}"/>
                  </a:ext>
                </a:extLst>
              </p:cNvPr>
              <p:cNvSpPr/>
              <p:nvPr/>
            </p:nvSpPr>
            <p:spPr>
              <a:xfrm>
                <a:off x="1766187" y="214302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52" name="Google Shape;5675;p66">
                <a:extLst>
                  <a:ext uri="{FF2B5EF4-FFF2-40B4-BE49-F238E27FC236}">
                    <a16:creationId xmlns:a16="http://schemas.microsoft.com/office/drawing/2014/main" id="{D6360474-DDB2-E2C4-AC17-4409AD622F9D}"/>
                  </a:ext>
                </a:extLst>
              </p:cNvPr>
              <p:cNvSpPr/>
              <p:nvPr/>
            </p:nvSpPr>
            <p:spPr>
              <a:xfrm>
                <a:off x="1766187" y="2303717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53" name="Google Shape;5676;p66">
                <a:extLst>
                  <a:ext uri="{FF2B5EF4-FFF2-40B4-BE49-F238E27FC236}">
                    <a16:creationId xmlns:a16="http://schemas.microsoft.com/office/drawing/2014/main" id="{A4F3AD4D-4061-41B2-FC2D-9ACF91B06664}"/>
                  </a:ext>
                </a:extLst>
              </p:cNvPr>
              <p:cNvSpPr/>
              <p:nvPr/>
            </p:nvSpPr>
            <p:spPr>
              <a:xfrm>
                <a:off x="1766187" y="2464413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54" name="Google Shape;5677;p66">
                <a:extLst>
                  <a:ext uri="{FF2B5EF4-FFF2-40B4-BE49-F238E27FC236}">
                    <a16:creationId xmlns:a16="http://schemas.microsoft.com/office/drawing/2014/main" id="{49998F9B-54B8-873E-F745-3E131D2A4A64}"/>
                  </a:ext>
                </a:extLst>
              </p:cNvPr>
              <p:cNvSpPr/>
              <p:nvPr/>
            </p:nvSpPr>
            <p:spPr>
              <a:xfrm>
                <a:off x="1766187" y="2625109"/>
                <a:ext cx="80700" cy="80700"/>
              </a:xfrm>
              <a:prstGeom prst="rect">
                <a:avLst/>
              </a:prstGeom>
              <a:solidFill>
                <a:srgbClr val="A0739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</p:grpSp>
        <p:grpSp>
          <p:nvGrpSpPr>
            <p:cNvPr id="12" name="Google Shape;5678;p66">
              <a:extLst>
                <a:ext uri="{FF2B5EF4-FFF2-40B4-BE49-F238E27FC236}">
                  <a16:creationId xmlns:a16="http://schemas.microsoft.com/office/drawing/2014/main" id="{1F60956C-C37A-3722-5DC7-18A70F07E0B7}"/>
                </a:ext>
              </a:extLst>
            </p:cNvPr>
            <p:cNvGrpSpPr/>
            <p:nvPr/>
          </p:nvGrpSpPr>
          <p:grpSpPr>
            <a:xfrm>
              <a:off x="1936935" y="1179665"/>
              <a:ext cx="80700" cy="1526144"/>
              <a:chOff x="1936935" y="1179665"/>
              <a:chExt cx="80700" cy="1526144"/>
            </a:xfrm>
          </p:grpSpPr>
          <p:sp>
            <p:nvSpPr>
              <p:cNvPr id="35" name="Google Shape;5679;p66">
                <a:extLst>
                  <a:ext uri="{FF2B5EF4-FFF2-40B4-BE49-F238E27FC236}">
                    <a16:creationId xmlns:a16="http://schemas.microsoft.com/office/drawing/2014/main" id="{CA803972-6184-A701-1796-24587FEABBBE}"/>
                  </a:ext>
                </a:extLst>
              </p:cNvPr>
              <p:cNvSpPr/>
              <p:nvPr/>
            </p:nvSpPr>
            <p:spPr>
              <a:xfrm>
                <a:off x="1936935" y="1179665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36" name="Google Shape;5680;p66">
                <a:extLst>
                  <a:ext uri="{FF2B5EF4-FFF2-40B4-BE49-F238E27FC236}">
                    <a16:creationId xmlns:a16="http://schemas.microsoft.com/office/drawing/2014/main" id="{957EA87A-B31A-5DEE-80B2-D94A8705929B}"/>
                  </a:ext>
                </a:extLst>
              </p:cNvPr>
              <p:cNvSpPr/>
              <p:nvPr/>
            </p:nvSpPr>
            <p:spPr>
              <a:xfrm>
                <a:off x="1936935" y="134036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37" name="Google Shape;5681;p66">
                <a:extLst>
                  <a:ext uri="{FF2B5EF4-FFF2-40B4-BE49-F238E27FC236}">
                    <a16:creationId xmlns:a16="http://schemas.microsoft.com/office/drawing/2014/main" id="{8659E7CE-A7FD-37DC-58F1-8D4D23F8C2FE}"/>
                  </a:ext>
                </a:extLst>
              </p:cNvPr>
              <p:cNvSpPr/>
              <p:nvPr/>
            </p:nvSpPr>
            <p:spPr>
              <a:xfrm>
                <a:off x="1936935" y="150105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38" name="Google Shape;5682;p66">
                <a:extLst>
                  <a:ext uri="{FF2B5EF4-FFF2-40B4-BE49-F238E27FC236}">
                    <a16:creationId xmlns:a16="http://schemas.microsoft.com/office/drawing/2014/main" id="{5D2D67DC-610B-7AE8-8413-BC0112646E55}"/>
                  </a:ext>
                </a:extLst>
              </p:cNvPr>
              <p:cNvSpPr/>
              <p:nvPr/>
            </p:nvSpPr>
            <p:spPr>
              <a:xfrm>
                <a:off x="1936935" y="166175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39" name="Google Shape;5683;p66">
                <a:extLst>
                  <a:ext uri="{FF2B5EF4-FFF2-40B4-BE49-F238E27FC236}">
                    <a16:creationId xmlns:a16="http://schemas.microsoft.com/office/drawing/2014/main" id="{8D0EFA09-9263-E05E-1773-CF96A5F814D4}"/>
                  </a:ext>
                </a:extLst>
              </p:cNvPr>
              <p:cNvSpPr/>
              <p:nvPr/>
            </p:nvSpPr>
            <p:spPr>
              <a:xfrm>
                <a:off x="1936935" y="182163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40" name="Google Shape;5684;p66">
                <a:extLst>
                  <a:ext uri="{FF2B5EF4-FFF2-40B4-BE49-F238E27FC236}">
                    <a16:creationId xmlns:a16="http://schemas.microsoft.com/office/drawing/2014/main" id="{4ECB67C9-B610-35A0-DECD-74960209CDB3}"/>
                  </a:ext>
                </a:extLst>
              </p:cNvPr>
              <p:cNvSpPr/>
              <p:nvPr/>
            </p:nvSpPr>
            <p:spPr>
              <a:xfrm>
                <a:off x="1936935" y="1982326"/>
                <a:ext cx="80700" cy="80700"/>
              </a:xfrm>
              <a:prstGeom prst="rect">
                <a:avLst/>
              </a:prstGeom>
              <a:solidFill>
                <a:srgbClr val="A0739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41" name="Google Shape;5685;p66">
                <a:extLst>
                  <a:ext uri="{FF2B5EF4-FFF2-40B4-BE49-F238E27FC236}">
                    <a16:creationId xmlns:a16="http://schemas.microsoft.com/office/drawing/2014/main" id="{7648E3C5-660D-DF98-D393-AEA7BC89B1E0}"/>
                  </a:ext>
                </a:extLst>
              </p:cNvPr>
              <p:cNvSpPr/>
              <p:nvPr/>
            </p:nvSpPr>
            <p:spPr>
              <a:xfrm>
                <a:off x="1936935" y="2143022"/>
                <a:ext cx="80700" cy="80700"/>
              </a:xfrm>
              <a:prstGeom prst="rect">
                <a:avLst/>
              </a:prstGeom>
              <a:solidFill>
                <a:srgbClr val="A0739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42" name="Google Shape;5686;p66">
                <a:extLst>
                  <a:ext uri="{FF2B5EF4-FFF2-40B4-BE49-F238E27FC236}">
                    <a16:creationId xmlns:a16="http://schemas.microsoft.com/office/drawing/2014/main" id="{45F22876-0D15-5124-D28A-5EBDA8F8F911}"/>
                  </a:ext>
                </a:extLst>
              </p:cNvPr>
              <p:cNvSpPr/>
              <p:nvPr/>
            </p:nvSpPr>
            <p:spPr>
              <a:xfrm>
                <a:off x="1936935" y="2303717"/>
                <a:ext cx="80700" cy="80700"/>
              </a:xfrm>
              <a:prstGeom prst="rect">
                <a:avLst/>
              </a:prstGeom>
              <a:solidFill>
                <a:srgbClr val="A0739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43" name="Google Shape;5687;p66">
                <a:extLst>
                  <a:ext uri="{FF2B5EF4-FFF2-40B4-BE49-F238E27FC236}">
                    <a16:creationId xmlns:a16="http://schemas.microsoft.com/office/drawing/2014/main" id="{F089DAB1-3CB1-DEC4-1643-F95B7C2B504C}"/>
                  </a:ext>
                </a:extLst>
              </p:cNvPr>
              <p:cNvSpPr/>
              <p:nvPr/>
            </p:nvSpPr>
            <p:spPr>
              <a:xfrm>
                <a:off x="1936935" y="2464413"/>
                <a:ext cx="80700" cy="80700"/>
              </a:xfrm>
              <a:prstGeom prst="rect">
                <a:avLst/>
              </a:prstGeom>
              <a:solidFill>
                <a:srgbClr val="A0739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44" name="Google Shape;5688;p66">
                <a:extLst>
                  <a:ext uri="{FF2B5EF4-FFF2-40B4-BE49-F238E27FC236}">
                    <a16:creationId xmlns:a16="http://schemas.microsoft.com/office/drawing/2014/main" id="{A8FD3B16-B616-FBA5-217F-35306D9F96E3}"/>
                  </a:ext>
                </a:extLst>
              </p:cNvPr>
              <p:cNvSpPr/>
              <p:nvPr/>
            </p:nvSpPr>
            <p:spPr>
              <a:xfrm>
                <a:off x="1936935" y="2625109"/>
                <a:ext cx="80700" cy="80700"/>
              </a:xfrm>
              <a:prstGeom prst="rect">
                <a:avLst/>
              </a:prstGeom>
              <a:solidFill>
                <a:srgbClr val="A0739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</p:grpSp>
        <p:grpSp>
          <p:nvGrpSpPr>
            <p:cNvPr id="13" name="Google Shape;5689;p66">
              <a:extLst>
                <a:ext uri="{FF2B5EF4-FFF2-40B4-BE49-F238E27FC236}">
                  <a16:creationId xmlns:a16="http://schemas.microsoft.com/office/drawing/2014/main" id="{C02DA442-7B2D-904C-943A-4C7159810657}"/>
                </a:ext>
              </a:extLst>
            </p:cNvPr>
            <p:cNvGrpSpPr/>
            <p:nvPr/>
          </p:nvGrpSpPr>
          <p:grpSpPr>
            <a:xfrm>
              <a:off x="2110795" y="1179665"/>
              <a:ext cx="80700" cy="1526144"/>
              <a:chOff x="2110795" y="1179665"/>
              <a:chExt cx="80700" cy="1526144"/>
            </a:xfrm>
          </p:grpSpPr>
          <p:sp>
            <p:nvSpPr>
              <p:cNvPr id="25" name="Google Shape;5690;p66">
                <a:extLst>
                  <a:ext uri="{FF2B5EF4-FFF2-40B4-BE49-F238E27FC236}">
                    <a16:creationId xmlns:a16="http://schemas.microsoft.com/office/drawing/2014/main" id="{469A8BC6-2F25-2F9A-0CEB-B4BB1FC0264A}"/>
                  </a:ext>
                </a:extLst>
              </p:cNvPr>
              <p:cNvSpPr/>
              <p:nvPr/>
            </p:nvSpPr>
            <p:spPr>
              <a:xfrm>
                <a:off x="2110795" y="1179665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26" name="Google Shape;5691;p66">
                <a:extLst>
                  <a:ext uri="{FF2B5EF4-FFF2-40B4-BE49-F238E27FC236}">
                    <a16:creationId xmlns:a16="http://schemas.microsoft.com/office/drawing/2014/main" id="{1C56EC56-00DF-FFC4-3E6E-BDEC9C18DA5A}"/>
                  </a:ext>
                </a:extLst>
              </p:cNvPr>
              <p:cNvSpPr/>
              <p:nvPr/>
            </p:nvSpPr>
            <p:spPr>
              <a:xfrm>
                <a:off x="2110795" y="134036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27" name="Google Shape;5692;p66">
                <a:extLst>
                  <a:ext uri="{FF2B5EF4-FFF2-40B4-BE49-F238E27FC236}">
                    <a16:creationId xmlns:a16="http://schemas.microsoft.com/office/drawing/2014/main" id="{A947604C-9814-3DCC-03E3-12BDD781A107}"/>
                  </a:ext>
                </a:extLst>
              </p:cNvPr>
              <p:cNvSpPr/>
              <p:nvPr/>
            </p:nvSpPr>
            <p:spPr>
              <a:xfrm>
                <a:off x="2110795" y="150105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28" name="Google Shape;5693;p66">
                <a:extLst>
                  <a:ext uri="{FF2B5EF4-FFF2-40B4-BE49-F238E27FC236}">
                    <a16:creationId xmlns:a16="http://schemas.microsoft.com/office/drawing/2014/main" id="{BCDAD8A7-9E99-FFCE-3185-59C5F916383A}"/>
                  </a:ext>
                </a:extLst>
              </p:cNvPr>
              <p:cNvSpPr/>
              <p:nvPr/>
            </p:nvSpPr>
            <p:spPr>
              <a:xfrm>
                <a:off x="2110795" y="166175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29" name="Google Shape;5694;p66">
                <a:extLst>
                  <a:ext uri="{FF2B5EF4-FFF2-40B4-BE49-F238E27FC236}">
                    <a16:creationId xmlns:a16="http://schemas.microsoft.com/office/drawing/2014/main" id="{D2A76CD9-D594-2FE8-EF7B-2063DF55BEA8}"/>
                  </a:ext>
                </a:extLst>
              </p:cNvPr>
              <p:cNvSpPr/>
              <p:nvPr/>
            </p:nvSpPr>
            <p:spPr>
              <a:xfrm>
                <a:off x="2110795" y="1821630"/>
                <a:ext cx="80700" cy="80700"/>
              </a:xfrm>
              <a:prstGeom prst="rect">
                <a:avLst/>
              </a:prstGeom>
              <a:solidFill>
                <a:srgbClr val="A0739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30" name="Google Shape;5695;p66">
                <a:extLst>
                  <a:ext uri="{FF2B5EF4-FFF2-40B4-BE49-F238E27FC236}">
                    <a16:creationId xmlns:a16="http://schemas.microsoft.com/office/drawing/2014/main" id="{BC6ABBCD-974A-B1ED-7CB0-0EC599B9A510}"/>
                  </a:ext>
                </a:extLst>
              </p:cNvPr>
              <p:cNvSpPr/>
              <p:nvPr/>
            </p:nvSpPr>
            <p:spPr>
              <a:xfrm>
                <a:off x="2110795" y="1982326"/>
                <a:ext cx="80700" cy="80700"/>
              </a:xfrm>
              <a:prstGeom prst="rect">
                <a:avLst/>
              </a:prstGeom>
              <a:solidFill>
                <a:srgbClr val="A0739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31" name="Google Shape;5696;p66">
                <a:extLst>
                  <a:ext uri="{FF2B5EF4-FFF2-40B4-BE49-F238E27FC236}">
                    <a16:creationId xmlns:a16="http://schemas.microsoft.com/office/drawing/2014/main" id="{6F3FA062-52FD-DA1B-96FD-585D6CA92103}"/>
                  </a:ext>
                </a:extLst>
              </p:cNvPr>
              <p:cNvSpPr/>
              <p:nvPr/>
            </p:nvSpPr>
            <p:spPr>
              <a:xfrm>
                <a:off x="2110795" y="2143022"/>
                <a:ext cx="80700" cy="80700"/>
              </a:xfrm>
              <a:prstGeom prst="rect">
                <a:avLst/>
              </a:prstGeom>
              <a:solidFill>
                <a:srgbClr val="A0739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32" name="Google Shape;5697;p66">
                <a:extLst>
                  <a:ext uri="{FF2B5EF4-FFF2-40B4-BE49-F238E27FC236}">
                    <a16:creationId xmlns:a16="http://schemas.microsoft.com/office/drawing/2014/main" id="{AF92FAB4-A509-A6FE-2AAC-1DA6AB266020}"/>
                  </a:ext>
                </a:extLst>
              </p:cNvPr>
              <p:cNvSpPr/>
              <p:nvPr/>
            </p:nvSpPr>
            <p:spPr>
              <a:xfrm>
                <a:off x="2110795" y="2303717"/>
                <a:ext cx="80700" cy="80700"/>
              </a:xfrm>
              <a:prstGeom prst="rect">
                <a:avLst/>
              </a:prstGeom>
              <a:solidFill>
                <a:srgbClr val="A0739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33" name="Google Shape;5698;p66">
                <a:extLst>
                  <a:ext uri="{FF2B5EF4-FFF2-40B4-BE49-F238E27FC236}">
                    <a16:creationId xmlns:a16="http://schemas.microsoft.com/office/drawing/2014/main" id="{D20D6457-12A9-D6CC-CEF7-C49E54561B2D}"/>
                  </a:ext>
                </a:extLst>
              </p:cNvPr>
              <p:cNvSpPr/>
              <p:nvPr/>
            </p:nvSpPr>
            <p:spPr>
              <a:xfrm>
                <a:off x="2110795" y="2464413"/>
                <a:ext cx="80700" cy="80700"/>
              </a:xfrm>
              <a:prstGeom prst="rect">
                <a:avLst/>
              </a:prstGeom>
              <a:solidFill>
                <a:srgbClr val="A0739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34" name="Google Shape;5699;p66">
                <a:extLst>
                  <a:ext uri="{FF2B5EF4-FFF2-40B4-BE49-F238E27FC236}">
                    <a16:creationId xmlns:a16="http://schemas.microsoft.com/office/drawing/2014/main" id="{382D9A6A-3677-39A6-3DC7-1EF594F52B96}"/>
                  </a:ext>
                </a:extLst>
              </p:cNvPr>
              <p:cNvSpPr/>
              <p:nvPr/>
            </p:nvSpPr>
            <p:spPr>
              <a:xfrm>
                <a:off x="2110795" y="2625109"/>
                <a:ext cx="80700" cy="80700"/>
              </a:xfrm>
              <a:prstGeom prst="rect">
                <a:avLst/>
              </a:prstGeom>
              <a:solidFill>
                <a:srgbClr val="A0739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</p:grpSp>
        <p:grpSp>
          <p:nvGrpSpPr>
            <p:cNvPr id="14" name="Google Shape;5700;p66">
              <a:extLst>
                <a:ext uri="{FF2B5EF4-FFF2-40B4-BE49-F238E27FC236}">
                  <a16:creationId xmlns:a16="http://schemas.microsoft.com/office/drawing/2014/main" id="{C4DDD771-D60F-439A-086E-5A0013A5D566}"/>
                </a:ext>
              </a:extLst>
            </p:cNvPr>
            <p:cNvGrpSpPr/>
            <p:nvPr/>
          </p:nvGrpSpPr>
          <p:grpSpPr>
            <a:xfrm>
              <a:off x="2284655" y="1179665"/>
              <a:ext cx="80700" cy="1526144"/>
              <a:chOff x="2284655" y="1179665"/>
              <a:chExt cx="80700" cy="1526144"/>
            </a:xfrm>
          </p:grpSpPr>
          <p:sp>
            <p:nvSpPr>
              <p:cNvPr id="15" name="Google Shape;5701;p66">
                <a:extLst>
                  <a:ext uri="{FF2B5EF4-FFF2-40B4-BE49-F238E27FC236}">
                    <a16:creationId xmlns:a16="http://schemas.microsoft.com/office/drawing/2014/main" id="{A54782D0-707E-7F47-F540-2701EE0C4BC5}"/>
                  </a:ext>
                </a:extLst>
              </p:cNvPr>
              <p:cNvSpPr/>
              <p:nvPr/>
            </p:nvSpPr>
            <p:spPr>
              <a:xfrm>
                <a:off x="2284655" y="1179665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16" name="Google Shape;5702;p66">
                <a:extLst>
                  <a:ext uri="{FF2B5EF4-FFF2-40B4-BE49-F238E27FC236}">
                    <a16:creationId xmlns:a16="http://schemas.microsoft.com/office/drawing/2014/main" id="{BF307471-076A-9338-08DC-540FA7456A4F}"/>
                  </a:ext>
                </a:extLst>
              </p:cNvPr>
              <p:cNvSpPr/>
              <p:nvPr/>
            </p:nvSpPr>
            <p:spPr>
              <a:xfrm>
                <a:off x="2284655" y="134036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17" name="Google Shape;5703;p66">
                <a:extLst>
                  <a:ext uri="{FF2B5EF4-FFF2-40B4-BE49-F238E27FC236}">
                    <a16:creationId xmlns:a16="http://schemas.microsoft.com/office/drawing/2014/main" id="{44799572-E0B1-7C40-2EA6-8CF3495D2DA1}"/>
                  </a:ext>
                </a:extLst>
              </p:cNvPr>
              <p:cNvSpPr/>
              <p:nvPr/>
            </p:nvSpPr>
            <p:spPr>
              <a:xfrm>
                <a:off x="2284655" y="150105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18" name="Google Shape;5704;p66">
                <a:extLst>
                  <a:ext uri="{FF2B5EF4-FFF2-40B4-BE49-F238E27FC236}">
                    <a16:creationId xmlns:a16="http://schemas.microsoft.com/office/drawing/2014/main" id="{841C2C03-F933-D1F9-3726-8BB37ED31333}"/>
                  </a:ext>
                </a:extLst>
              </p:cNvPr>
              <p:cNvSpPr/>
              <p:nvPr/>
            </p:nvSpPr>
            <p:spPr>
              <a:xfrm>
                <a:off x="2284655" y="166175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19" name="Google Shape;5705;p66">
                <a:extLst>
                  <a:ext uri="{FF2B5EF4-FFF2-40B4-BE49-F238E27FC236}">
                    <a16:creationId xmlns:a16="http://schemas.microsoft.com/office/drawing/2014/main" id="{7387B239-B8A5-5327-907F-2BD30370B04E}"/>
                  </a:ext>
                </a:extLst>
              </p:cNvPr>
              <p:cNvSpPr/>
              <p:nvPr/>
            </p:nvSpPr>
            <p:spPr>
              <a:xfrm>
                <a:off x="2284655" y="182163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20" name="Google Shape;5706;p66">
                <a:extLst>
                  <a:ext uri="{FF2B5EF4-FFF2-40B4-BE49-F238E27FC236}">
                    <a16:creationId xmlns:a16="http://schemas.microsoft.com/office/drawing/2014/main" id="{9B642A83-C263-0AAE-FB10-EE8CADD234DA}"/>
                  </a:ext>
                </a:extLst>
              </p:cNvPr>
              <p:cNvSpPr/>
              <p:nvPr/>
            </p:nvSpPr>
            <p:spPr>
              <a:xfrm>
                <a:off x="2284655" y="198232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21" name="Google Shape;5707;p66">
                <a:extLst>
                  <a:ext uri="{FF2B5EF4-FFF2-40B4-BE49-F238E27FC236}">
                    <a16:creationId xmlns:a16="http://schemas.microsoft.com/office/drawing/2014/main" id="{8B9A54A1-D226-2F42-C9F1-F4C23A646D24}"/>
                  </a:ext>
                </a:extLst>
              </p:cNvPr>
              <p:cNvSpPr/>
              <p:nvPr/>
            </p:nvSpPr>
            <p:spPr>
              <a:xfrm>
                <a:off x="2284655" y="2143022"/>
                <a:ext cx="80700" cy="80700"/>
              </a:xfrm>
              <a:prstGeom prst="rect">
                <a:avLst/>
              </a:prstGeom>
              <a:solidFill>
                <a:srgbClr val="A0739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22" name="Google Shape;5708;p66">
                <a:extLst>
                  <a:ext uri="{FF2B5EF4-FFF2-40B4-BE49-F238E27FC236}">
                    <a16:creationId xmlns:a16="http://schemas.microsoft.com/office/drawing/2014/main" id="{7B7E34AD-93E4-BB43-66CF-88A48362AFF6}"/>
                  </a:ext>
                </a:extLst>
              </p:cNvPr>
              <p:cNvSpPr/>
              <p:nvPr/>
            </p:nvSpPr>
            <p:spPr>
              <a:xfrm>
                <a:off x="2284655" y="2303717"/>
                <a:ext cx="80700" cy="80700"/>
              </a:xfrm>
              <a:prstGeom prst="rect">
                <a:avLst/>
              </a:prstGeom>
              <a:solidFill>
                <a:srgbClr val="A0739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23" name="Google Shape;5709;p66">
                <a:extLst>
                  <a:ext uri="{FF2B5EF4-FFF2-40B4-BE49-F238E27FC236}">
                    <a16:creationId xmlns:a16="http://schemas.microsoft.com/office/drawing/2014/main" id="{B2CCE1C7-D0A9-A65D-1700-072CA1D07546}"/>
                  </a:ext>
                </a:extLst>
              </p:cNvPr>
              <p:cNvSpPr/>
              <p:nvPr/>
            </p:nvSpPr>
            <p:spPr>
              <a:xfrm>
                <a:off x="2284655" y="2464413"/>
                <a:ext cx="80700" cy="80700"/>
              </a:xfrm>
              <a:prstGeom prst="rect">
                <a:avLst/>
              </a:prstGeom>
              <a:solidFill>
                <a:srgbClr val="A0739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  <p:sp>
            <p:nvSpPr>
              <p:cNvPr id="24" name="Google Shape;5710;p66">
                <a:extLst>
                  <a:ext uri="{FF2B5EF4-FFF2-40B4-BE49-F238E27FC236}">
                    <a16:creationId xmlns:a16="http://schemas.microsoft.com/office/drawing/2014/main" id="{96BF3FE0-9847-3D3D-BED8-A43A22BE083B}"/>
                  </a:ext>
                </a:extLst>
              </p:cNvPr>
              <p:cNvSpPr/>
              <p:nvPr/>
            </p:nvSpPr>
            <p:spPr>
              <a:xfrm>
                <a:off x="2284655" y="2625109"/>
                <a:ext cx="80700" cy="80700"/>
              </a:xfrm>
              <a:prstGeom prst="rect">
                <a:avLst/>
              </a:prstGeom>
              <a:solidFill>
                <a:srgbClr val="A0739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L" noProof="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55263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064235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L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L" noProof="0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L" noProof="0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L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L" noProof="0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L" noProof="0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L" noProof="0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63794B73-3AD9-F28C-D64B-9871254EE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anchor="ctr">
            <a:normAutofit/>
          </a:bodyPr>
          <a:lstStyle/>
          <a:p>
            <a:r>
              <a:rPr lang="es-CL" sz="4800" noProof="0" dirty="0">
                <a:solidFill>
                  <a:schemeClr val="bg1"/>
                </a:solidFill>
              </a:rPr>
              <a:t>Introducción</a:t>
            </a:r>
          </a:p>
        </p:txBody>
      </p:sp>
      <p:pic>
        <p:nvPicPr>
          <p:cNvPr id="25" name="Marcador de contenido 24">
            <a:extLst>
              <a:ext uri="{FF2B5EF4-FFF2-40B4-BE49-F238E27FC236}">
                <a16:creationId xmlns:a16="http://schemas.microsoft.com/office/drawing/2014/main" id="{5868C341-3BF0-22E0-05E0-FFD47A6486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4" r="7672"/>
          <a:stretch>
            <a:fillRect/>
          </a:stretch>
        </p:blipFill>
        <p:spPr>
          <a:xfrm>
            <a:off x="5129503" y="2152684"/>
            <a:ext cx="6276112" cy="3318641"/>
          </a:xfrm>
          <a:prstGeom prst="rect">
            <a:avLst/>
          </a:prstGeom>
        </p:spPr>
      </p:pic>
      <p:sp>
        <p:nvSpPr>
          <p:cNvPr id="26" name="CuadroTexto 25">
            <a:extLst>
              <a:ext uri="{FF2B5EF4-FFF2-40B4-BE49-F238E27FC236}">
                <a16:creationId xmlns:a16="http://schemas.microsoft.com/office/drawing/2014/main" id="{765C3B3C-C3BB-3875-BB30-A5C5C0306185}"/>
              </a:ext>
            </a:extLst>
          </p:cNvPr>
          <p:cNvSpPr txBox="1"/>
          <p:nvPr/>
        </p:nvSpPr>
        <p:spPr>
          <a:xfrm>
            <a:off x="5129503" y="5605272"/>
            <a:ext cx="6276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i="1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Figura 1: Diagrama del sonido en una guitarra [Fletcher y Rossing (1990, p. 209).]</a:t>
            </a:r>
          </a:p>
        </p:txBody>
      </p:sp>
    </p:spTree>
    <p:extLst>
      <p:ext uri="{BB962C8B-B14F-4D97-AF65-F5344CB8AC3E}">
        <p14:creationId xmlns:p14="http://schemas.microsoft.com/office/powerpoint/2010/main" val="2512892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Slide Background Fill">
            <a:extLst>
              <a:ext uri="{FF2B5EF4-FFF2-40B4-BE49-F238E27FC236}">
                <a16:creationId xmlns:a16="http://schemas.microsoft.com/office/drawing/2014/main" id="{03AF1C04-3FEF-41BD-BB84-2F263765B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56E71F1-5A87-4A96-B42F-2DFA1B766B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848" y="0"/>
            <a:ext cx="12188949" cy="6858000"/>
            <a:chOff x="-2848" y="0"/>
            <a:chExt cx="12188949" cy="6858000"/>
          </a:xfrm>
        </p:grpSpPr>
        <p:sp>
          <p:nvSpPr>
            <p:cNvPr id="16" name="Color Cover">
              <a:extLst>
                <a:ext uri="{FF2B5EF4-FFF2-40B4-BE49-F238E27FC236}">
                  <a16:creationId xmlns:a16="http://schemas.microsoft.com/office/drawing/2014/main" id="{CF5215DD-02E8-49F2-8F73-D509B6A02B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5"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  <p:sp>
          <p:nvSpPr>
            <p:cNvPr id="17" name="Color Cover">
              <a:extLst>
                <a:ext uri="{FF2B5EF4-FFF2-40B4-BE49-F238E27FC236}">
                  <a16:creationId xmlns:a16="http://schemas.microsoft.com/office/drawing/2014/main" id="{8E743EB7-3A15-4D51-A603-1F3C290AAD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6">
                <a:alpha val="1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33FE3C-12C4-4FA2-A795-87D2F6776A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51279" y="598259"/>
            <a:ext cx="10889442" cy="5680742"/>
            <a:chOff x="651279" y="598259"/>
            <a:chExt cx="10889442" cy="5680742"/>
          </a:xfrm>
        </p:grpSpPr>
        <p:sp>
          <p:nvSpPr>
            <p:cNvPr id="20" name="Color">
              <a:extLst>
                <a:ext uri="{FF2B5EF4-FFF2-40B4-BE49-F238E27FC236}">
                  <a16:creationId xmlns:a16="http://schemas.microsoft.com/office/drawing/2014/main" id="{66F1E4BF-D491-4254-81A6-5119D1672E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  <p:sp>
          <p:nvSpPr>
            <p:cNvPr id="21" name="Color">
              <a:extLst>
                <a:ext uri="{FF2B5EF4-FFF2-40B4-BE49-F238E27FC236}">
                  <a16:creationId xmlns:a16="http://schemas.microsoft.com/office/drawing/2014/main" id="{98C6C0CF-E3BD-4627-9DDF-246EAF2D4C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</p:grp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92A4B7AD-F2BF-14BB-2B6A-83B990FD4A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34" r="9731" b="1"/>
          <a:stretch>
            <a:fillRect/>
          </a:stretch>
        </p:blipFill>
        <p:spPr>
          <a:xfrm>
            <a:off x="7082810" y="841663"/>
            <a:ext cx="4166151" cy="5185923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0C2B5F12-8A82-4A59-9400-3164CBF47F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848" y="0"/>
            <a:ext cx="12188952" cy="6858000"/>
            <a:chOff x="0" y="0"/>
            <a:chExt cx="12188952" cy="6858000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74BC7CB-EC69-421D-B286-57CAFE86DC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2D86EA2-D090-4E0C-B153-3ECE913115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4AC29764-D054-4F76-9FE5-49811EDB6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4D9BB18B-7B57-4D1E-B87E-D2A7214F7C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C0A98EF1-1185-4EFF-A3C0-25DEBE8CD9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CDA8723-DE3F-48D0-8822-0269EE207A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2B072E5-03AC-4D0A-A767-43EFB55BED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9C6538B-2605-D177-D8E5-1E7AEFA59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819015"/>
            <a:ext cx="5821537" cy="2353362"/>
          </a:xfrm>
        </p:spPr>
        <p:txBody>
          <a:bodyPr anchor="b">
            <a:normAutofit/>
          </a:bodyPr>
          <a:lstStyle/>
          <a:p>
            <a:r>
              <a:rPr lang="es-CL" sz="4800" noProof="0" dirty="0">
                <a:solidFill>
                  <a:schemeClr val="bg1"/>
                </a:solidFill>
              </a:rPr>
              <a:t>Métodos de los elementos finitos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37EB3D6-EA73-14D2-0D55-A073E8D173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4984" y="3442089"/>
            <a:ext cx="5821537" cy="2596896"/>
          </a:xfrm>
        </p:spPr>
        <p:txBody>
          <a:bodyPr anchor="t">
            <a:normAutofit/>
          </a:bodyPr>
          <a:lstStyle/>
          <a:p>
            <a:r>
              <a:rPr lang="es-CL" sz="1800" noProof="0" dirty="0">
                <a:solidFill>
                  <a:schemeClr val="bg1"/>
                </a:solidFill>
              </a:rPr>
              <a:t>Discretización del continuo</a:t>
            </a:r>
          </a:p>
          <a:p>
            <a:r>
              <a:rPr lang="es-CL" sz="1800" noProof="0" dirty="0">
                <a:solidFill>
                  <a:schemeClr val="bg1"/>
                </a:solidFill>
              </a:rPr>
              <a:t>Aproximación Matricial</a:t>
            </a:r>
          </a:p>
          <a:p>
            <a:endParaRPr lang="es-CL" sz="1800" noProof="0" dirty="0">
              <a:solidFill>
                <a:schemeClr val="bg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D171727-B897-18B1-3BBC-4A693AFAE70B}"/>
              </a:ext>
            </a:extLst>
          </p:cNvPr>
          <p:cNvSpPr txBox="1"/>
          <p:nvPr/>
        </p:nvSpPr>
        <p:spPr>
          <a:xfrm>
            <a:off x="6713229" y="6113668"/>
            <a:ext cx="49053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i="1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Figura 2: Representación conceptual del modelo. [Imagen generada por IA (Google Gemini, 2026)]</a:t>
            </a:r>
          </a:p>
        </p:txBody>
      </p:sp>
    </p:spTree>
    <p:extLst>
      <p:ext uri="{BB962C8B-B14F-4D97-AF65-F5344CB8AC3E}">
        <p14:creationId xmlns:p14="http://schemas.microsoft.com/office/powerpoint/2010/main" val="1220524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9" name="Slide Background Fill">
            <a:extLst>
              <a:ext uri="{FF2B5EF4-FFF2-40B4-BE49-F238E27FC236}">
                <a16:creationId xmlns:a16="http://schemas.microsoft.com/office/drawing/2014/main" id="{913AE63C-D5B4-45D1-ACFC-648CFFCF9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71" name="Color Cover">
            <a:extLst>
              <a:ext uri="{FF2B5EF4-FFF2-40B4-BE49-F238E27FC236}">
                <a16:creationId xmlns:a16="http://schemas.microsoft.com/office/drawing/2014/main" id="{34DE9D20-D6C2-4834-9EE9-EC583F3FE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81ECFC71-4503-4F75-92FF-AF8211FFD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6064235" cy="6858000"/>
            <a:chOff x="651279" y="598259"/>
            <a:chExt cx="10889442" cy="5680742"/>
          </a:xfrm>
        </p:grpSpPr>
        <p:sp>
          <p:nvSpPr>
            <p:cNvPr id="74" name="Color">
              <a:extLst>
                <a:ext uri="{FF2B5EF4-FFF2-40B4-BE49-F238E27FC236}">
                  <a16:creationId xmlns:a16="http://schemas.microsoft.com/office/drawing/2014/main" id="{4FA941CA-BC21-4BE3-80CD-EDD30510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  <p:sp>
          <p:nvSpPr>
            <p:cNvPr id="75" name="Color">
              <a:extLst>
                <a:ext uri="{FF2B5EF4-FFF2-40B4-BE49-F238E27FC236}">
                  <a16:creationId xmlns:a16="http://schemas.microsoft.com/office/drawing/2014/main" id="{92FECA53-20C7-45FC-8843-018A589C75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</p:grp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36AAE6E0-7450-5DFA-3B77-A92959830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9092" y="3166254"/>
            <a:ext cx="4933013" cy="2466506"/>
          </a:xfrm>
          <a:prstGeom prst="rect">
            <a:avLst/>
          </a:prstGeom>
        </p:spPr>
      </p:pic>
      <p:grpSp>
        <p:nvGrpSpPr>
          <p:cNvPr id="77" name="Group 76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L" noProof="0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L" noProof="0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L" noProof="0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L" noProof="0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L" noProof="0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L" noProof="0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L" noProof="0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B8838943-6C62-B9EA-D679-ABAE560BF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9"/>
            <a:ext cx="5074368" cy="3018870"/>
          </a:xfrm>
        </p:spPr>
        <p:txBody>
          <a:bodyPr anchor="b">
            <a:normAutofit/>
          </a:bodyPr>
          <a:lstStyle/>
          <a:p>
            <a:r>
              <a:rPr lang="es-CL" sz="4800" noProof="0" dirty="0">
                <a:solidFill>
                  <a:schemeClr val="bg1"/>
                </a:solidFill>
              </a:rPr>
              <a:t>Validación experimental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FC89A196-A5CB-4DDE-4DAF-9BB07FED35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384" y="3952172"/>
            <a:ext cx="5074368" cy="2229172"/>
          </a:xfrm>
        </p:spPr>
        <p:txBody>
          <a:bodyPr anchor="t">
            <a:normAutofit/>
          </a:bodyPr>
          <a:lstStyle/>
          <a:p>
            <a:r>
              <a:rPr lang="es-CL" sz="1800" noProof="0" dirty="0">
                <a:solidFill>
                  <a:schemeClr val="bg1"/>
                </a:solidFill>
              </a:rPr>
              <a:t>Entorno controlado</a:t>
            </a:r>
          </a:p>
          <a:p>
            <a:r>
              <a:rPr lang="es-CL" sz="1800" noProof="0" dirty="0">
                <a:solidFill>
                  <a:schemeClr val="bg1"/>
                </a:solidFill>
              </a:rPr>
              <a:t>Medición experimental</a:t>
            </a:r>
          </a:p>
          <a:p>
            <a:r>
              <a:rPr lang="es-CL" sz="1800" noProof="0" dirty="0">
                <a:solidFill>
                  <a:schemeClr val="bg1"/>
                </a:solidFill>
              </a:rPr>
              <a:t>Análisis comparativo</a:t>
            </a:r>
          </a:p>
          <a:p>
            <a:pPr marL="0" indent="0">
              <a:buNone/>
            </a:pPr>
            <a:endParaRPr lang="es-CL" sz="1800" noProof="0" dirty="0">
              <a:solidFill>
                <a:schemeClr val="bg1"/>
              </a:solidFill>
            </a:endParaRPr>
          </a:p>
        </p:txBody>
      </p:sp>
      <p:grpSp>
        <p:nvGrpSpPr>
          <p:cNvPr id="9" name="Google Shape;5805;p66">
            <a:extLst>
              <a:ext uri="{FF2B5EF4-FFF2-40B4-BE49-F238E27FC236}">
                <a16:creationId xmlns:a16="http://schemas.microsoft.com/office/drawing/2014/main" id="{4A73F8D6-33BE-AD1A-C955-5C0CA5C8D7AD}"/>
              </a:ext>
            </a:extLst>
          </p:cNvPr>
          <p:cNvGrpSpPr/>
          <p:nvPr/>
        </p:nvGrpSpPr>
        <p:grpSpPr>
          <a:xfrm>
            <a:off x="6849093" y="291560"/>
            <a:ext cx="4933012" cy="2448878"/>
            <a:chOff x="5159450" y="1919950"/>
            <a:chExt cx="1541050" cy="862500"/>
          </a:xfrm>
        </p:grpSpPr>
        <p:sp>
          <p:nvSpPr>
            <p:cNvPr id="10" name="Google Shape;5806;p66">
              <a:extLst>
                <a:ext uri="{FF2B5EF4-FFF2-40B4-BE49-F238E27FC236}">
                  <a16:creationId xmlns:a16="http://schemas.microsoft.com/office/drawing/2014/main" id="{52723355-8CCF-4BD2-93BB-A03B1B8C407B}"/>
                </a:ext>
              </a:extLst>
            </p:cNvPr>
            <p:cNvSpPr/>
            <p:nvPr/>
          </p:nvSpPr>
          <p:spPr>
            <a:xfrm>
              <a:off x="5216414" y="2060033"/>
              <a:ext cx="1436820" cy="600250"/>
            </a:xfrm>
            <a:custGeom>
              <a:avLst/>
              <a:gdLst/>
              <a:ahLst/>
              <a:cxnLst/>
              <a:rect l="l" t="t" r="r" b="b"/>
              <a:pathLst>
                <a:path w="165771" h="69253" extrusionOk="0">
                  <a:moveTo>
                    <a:pt x="0" y="62158"/>
                  </a:moveTo>
                  <a:cubicBezTo>
                    <a:pt x="3093" y="59686"/>
                    <a:pt x="11731" y="46368"/>
                    <a:pt x="18559" y="47324"/>
                  </a:cubicBezTo>
                  <a:cubicBezTo>
                    <a:pt x="25388" y="48280"/>
                    <a:pt x="34933" y="75569"/>
                    <a:pt x="40971" y="67894"/>
                  </a:cubicBezTo>
                  <a:cubicBezTo>
                    <a:pt x="47009" y="60219"/>
                    <a:pt x="49466" y="8743"/>
                    <a:pt x="54788" y="1272"/>
                  </a:cubicBezTo>
                  <a:cubicBezTo>
                    <a:pt x="60110" y="-6199"/>
                    <a:pt x="66121" y="21612"/>
                    <a:pt x="72901" y="23070"/>
                  </a:cubicBezTo>
                  <a:cubicBezTo>
                    <a:pt x="79681" y="24528"/>
                    <a:pt x="89301" y="7131"/>
                    <a:pt x="95467" y="10022"/>
                  </a:cubicBezTo>
                  <a:cubicBezTo>
                    <a:pt x="101633" y="12913"/>
                    <a:pt x="104182" y="34714"/>
                    <a:pt x="109898" y="40416"/>
                  </a:cubicBezTo>
                  <a:cubicBezTo>
                    <a:pt x="115614" y="46118"/>
                    <a:pt x="123315" y="40320"/>
                    <a:pt x="129762" y="44234"/>
                  </a:cubicBezTo>
                  <a:cubicBezTo>
                    <a:pt x="136209" y="48148"/>
                    <a:pt x="142580" y="65416"/>
                    <a:pt x="148581" y="63902"/>
                  </a:cubicBezTo>
                  <a:cubicBezTo>
                    <a:pt x="154583" y="62388"/>
                    <a:pt x="162906" y="39942"/>
                    <a:pt x="165771" y="35150"/>
                  </a:cubicBezTo>
                </a:path>
              </a:pathLst>
            </a:custGeom>
            <a:ln>
              <a:headEnd type="oval" w="med" len="med"/>
              <a:tailEnd type="oval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/>
            <a:lstStyle/>
            <a:p>
              <a:endParaRPr lang="es-CL" noProof="0" dirty="0"/>
            </a:p>
          </p:txBody>
        </p:sp>
        <p:grpSp>
          <p:nvGrpSpPr>
            <p:cNvPr id="11" name="Google Shape;5807;p66">
              <a:extLst>
                <a:ext uri="{FF2B5EF4-FFF2-40B4-BE49-F238E27FC236}">
                  <a16:creationId xmlns:a16="http://schemas.microsoft.com/office/drawing/2014/main" id="{BB480D2E-C09A-B390-FD93-0A7CF9E509CA}"/>
                </a:ext>
              </a:extLst>
            </p:cNvPr>
            <p:cNvGrpSpPr/>
            <p:nvPr/>
          </p:nvGrpSpPr>
          <p:grpSpPr>
            <a:xfrm>
              <a:off x="5159450" y="1919950"/>
              <a:ext cx="1541050" cy="862500"/>
              <a:chOff x="5159450" y="1919950"/>
              <a:chExt cx="1541050" cy="862500"/>
            </a:xfrm>
          </p:grpSpPr>
          <p:cxnSp>
            <p:nvCxnSpPr>
              <p:cNvPr id="13" name="Google Shape;5808;p66">
                <a:extLst>
                  <a:ext uri="{FF2B5EF4-FFF2-40B4-BE49-F238E27FC236}">
                    <a16:creationId xmlns:a16="http://schemas.microsoft.com/office/drawing/2014/main" id="{6E355B36-597E-B504-138A-1E126CCA17B2}"/>
                  </a:ext>
                </a:extLst>
              </p:cNvPr>
              <p:cNvCxnSpPr/>
              <p:nvPr/>
            </p:nvCxnSpPr>
            <p:spPr>
              <a:xfrm>
                <a:off x="5159450" y="1919950"/>
                <a:ext cx="0" cy="862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" name="Google Shape;5809;p66">
                <a:extLst>
                  <a:ext uri="{FF2B5EF4-FFF2-40B4-BE49-F238E27FC236}">
                    <a16:creationId xmlns:a16="http://schemas.microsoft.com/office/drawing/2014/main" id="{54E2AA2D-401F-D846-9AAE-F312FA7972F0}"/>
                  </a:ext>
                </a:extLst>
              </p:cNvPr>
              <p:cNvCxnSpPr/>
              <p:nvPr/>
            </p:nvCxnSpPr>
            <p:spPr>
              <a:xfrm>
                <a:off x="5161200" y="2778975"/>
                <a:ext cx="15393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6" name="Google Shape;5782;p66">
            <a:extLst>
              <a:ext uri="{FF2B5EF4-FFF2-40B4-BE49-F238E27FC236}">
                <a16:creationId xmlns:a16="http://schemas.microsoft.com/office/drawing/2014/main" id="{8550D7D0-8D95-F75D-98BC-B2D27BC55F6A}"/>
              </a:ext>
            </a:extLst>
          </p:cNvPr>
          <p:cNvGrpSpPr/>
          <p:nvPr/>
        </p:nvGrpSpPr>
        <p:grpSpPr>
          <a:xfrm>
            <a:off x="7021489" y="2665185"/>
            <a:ext cx="4760619" cy="298397"/>
            <a:chOff x="4273350" y="2088443"/>
            <a:chExt cx="1433821" cy="191501"/>
          </a:xfrm>
        </p:grpSpPr>
        <p:grpSp>
          <p:nvGrpSpPr>
            <p:cNvPr id="18" name="Google Shape;5783;p66">
              <a:extLst>
                <a:ext uri="{FF2B5EF4-FFF2-40B4-BE49-F238E27FC236}">
                  <a16:creationId xmlns:a16="http://schemas.microsoft.com/office/drawing/2014/main" id="{0D5BEFFC-A2A5-63BC-CA80-2064594C1FD0}"/>
                </a:ext>
              </a:extLst>
            </p:cNvPr>
            <p:cNvGrpSpPr/>
            <p:nvPr/>
          </p:nvGrpSpPr>
          <p:grpSpPr>
            <a:xfrm>
              <a:off x="4273350" y="2088443"/>
              <a:ext cx="1433821" cy="0"/>
              <a:chOff x="5224975" y="2962250"/>
              <a:chExt cx="1544400" cy="0"/>
            </a:xfrm>
          </p:grpSpPr>
          <p:cxnSp>
            <p:nvCxnSpPr>
              <p:cNvPr id="33" name="Google Shape;5784;p66">
                <a:extLst>
                  <a:ext uri="{FF2B5EF4-FFF2-40B4-BE49-F238E27FC236}">
                    <a16:creationId xmlns:a16="http://schemas.microsoft.com/office/drawing/2014/main" id="{1D763F3E-55FF-0AA3-0249-8D406A7042CD}"/>
                  </a:ext>
                </a:extLst>
              </p:cNvPr>
              <p:cNvCxnSpPr/>
              <p:nvPr/>
            </p:nvCxnSpPr>
            <p:spPr>
              <a:xfrm>
                <a:off x="5224975" y="2962250"/>
                <a:ext cx="1544400" cy="0"/>
              </a:xfrm>
              <a:prstGeom prst="straightConnector1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34" name="Google Shape;5785;p66">
                <a:extLst>
                  <a:ext uri="{FF2B5EF4-FFF2-40B4-BE49-F238E27FC236}">
                    <a16:creationId xmlns:a16="http://schemas.microsoft.com/office/drawing/2014/main" id="{C55B911D-4891-2889-2DD5-888244A927E2}"/>
                  </a:ext>
                </a:extLst>
              </p:cNvPr>
              <p:cNvCxnSpPr/>
              <p:nvPr/>
            </p:nvCxnSpPr>
            <p:spPr>
              <a:xfrm>
                <a:off x="5225150" y="2962250"/>
                <a:ext cx="453300" cy="0"/>
              </a:xfrm>
              <a:prstGeom prst="straightConnector1">
                <a:avLst/>
              </a:prstGeom>
              <a:ln>
                <a:headEnd type="none" w="med" len="med"/>
                <a:tailEnd type="oval" w="med" len="med"/>
              </a:ln>
            </p:spPr>
            <p:style>
              <a:lnRef idx="1">
                <a:schemeClr val="accent5"/>
              </a:lnRef>
              <a:fillRef idx="0">
                <a:schemeClr val="accent5"/>
              </a:fillRef>
              <a:effectRef idx="0">
                <a:schemeClr val="accent5"/>
              </a:effectRef>
              <a:fontRef idx="minor">
                <a:schemeClr val="tx1"/>
              </a:fontRef>
            </p:style>
          </p:cxnSp>
        </p:grpSp>
        <p:grpSp>
          <p:nvGrpSpPr>
            <p:cNvPr id="22" name="Google Shape;5786;p66">
              <a:extLst>
                <a:ext uri="{FF2B5EF4-FFF2-40B4-BE49-F238E27FC236}">
                  <a16:creationId xmlns:a16="http://schemas.microsoft.com/office/drawing/2014/main" id="{C8FF27B7-A24E-7508-6DA4-B3FA4F7B9383}"/>
                </a:ext>
              </a:extLst>
            </p:cNvPr>
            <p:cNvGrpSpPr/>
            <p:nvPr/>
          </p:nvGrpSpPr>
          <p:grpSpPr>
            <a:xfrm>
              <a:off x="4273350" y="2279944"/>
              <a:ext cx="1433821" cy="0"/>
              <a:chOff x="5224975" y="2962250"/>
              <a:chExt cx="1544400" cy="0"/>
            </a:xfrm>
          </p:grpSpPr>
          <p:cxnSp>
            <p:nvCxnSpPr>
              <p:cNvPr id="31" name="Google Shape;5787;p66">
                <a:extLst>
                  <a:ext uri="{FF2B5EF4-FFF2-40B4-BE49-F238E27FC236}">
                    <a16:creationId xmlns:a16="http://schemas.microsoft.com/office/drawing/2014/main" id="{6D533A4C-3B7D-CDEF-C871-C11F14BA1F4A}"/>
                  </a:ext>
                </a:extLst>
              </p:cNvPr>
              <p:cNvCxnSpPr/>
              <p:nvPr/>
            </p:nvCxnSpPr>
            <p:spPr>
              <a:xfrm>
                <a:off x="5224975" y="2962250"/>
                <a:ext cx="1544400" cy="0"/>
              </a:xfrm>
              <a:prstGeom prst="straightConnector1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32" name="Google Shape;5788;p66">
                <a:extLst>
                  <a:ext uri="{FF2B5EF4-FFF2-40B4-BE49-F238E27FC236}">
                    <a16:creationId xmlns:a16="http://schemas.microsoft.com/office/drawing/2014/main" id="{F0794B88-22F8-8EFC-6EAE-D202825B2E7D}"/>
                  </a:ext>
                </a:extLst>
              </p:cNvPr>
              <p:cNvCxnSpPr/>
              <p:nvPr/>
            </p:nvCxnSpPr>
            <p:spPr>
              <a:xfrm>
                <a:off x="5225150" y="2962250"/>
                <a:ext cx="998700" cy="0"/>
              </a:xfrm>
              <a:prstGeom prst="straightConnector1">
                <a:avLst/>
              </a:prstGeom>
              <a:ln>
                <a:headEnd type="none" w="med" len="med"/>
                <a:tailEnd type="oval" w="med" len="med"/>
              </a:ln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</p:grpSp>
      </p:grpSp>
      <p:sp>
        <p:nvSpPr>
          <p:cNvPr id="53" name="CuadroTexto 52">
            <a:extLst>
              <a:ext uri="{FF2B5EF4-FFF2-40B4-BE49-F238E27FC236}">
                <a16:creationId xmlns:a16="http://schemas.microsoft.com/office/drawing/2014/main" id="{A07528B9-5B47-B484-98B0-2E9E0BD15496}"/>
              </a:ext>
            </a:extLst>
          </p:cNvPr>
          <p:cNvSpPr txBox="1"/>
          <p:nvPr/>
        </p:nvSpPr>
        <p:spPr>
          <a:xfrm>
            <a:off x="6849092" y="5715939"/>
            <a:ext cx="49330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i="1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Figura 3: </a:t>
            </a:r>
            <a:r>
              <a:rPr lang="es-C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Instituto de Acústica, Universidad Austral de Chile. </a:t>
            </a:r>
            <a:r>
              <a:rPr lang="es-CL" i="1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[</a:t>
            </a:r>
            <a:r>
              <a:rPr lang="es-C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Instituto de Acústica. (s.f.). </a:t>
            </a:r>
            <a:r>
              <a:rPr lang="es-CL" i="1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Infraestructura y laboratorios</a:t>
            </a:r>
            <a:r>
              <a:rPr lang="es-C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.</a:t>
            </a:r>
            <a:r>
              <a:rPr lang="es-CL" i="1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185565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FEC590B-3306-47E9-BD67-97F3F7616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11" name="Color">
              <a:extLst>
                <a:ext uri="{FF2B5EF4-FFF2-40B4-BE49-F238E27FC236}">
                  <a16:creationId xmlns:a16="http://schemas.microsoft.com/office/drawing/2014/main" id="{54F87DBC-E43C-4CE4-A8C5-61E3D68194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Color">
              <a:extLst>
                <a:ext uri="{FF2B5EF4-FFF2-40B4-BE49-F238E27FC236}">
                  <a16:creationId xmlns:a16="http://schemas.microsoft.com/office/drawing/2014/main" id="{CD39A88A-7F84-4ACA-877B-E28BC26CD8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47AAF5E-1692-48C9-98FB-6432BF0B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F36A26D-E71D-4663-B197-8B7BFA37AD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A821CEB-DA96-4952-93B9-81F9C42BAD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C8EDE0-D69B-4F65-9AB7-DDE7EAD78E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46F0982-BF10-4BF6-842A-F631654FF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B313509-2128-42CA-81B6-C9EC23E44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589188C-E06E-4F8A-BDD1-02ADF140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B4E610F-FCD0-483F-B9F2-6DF2C28FE8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68AAB478-A4B1-5EF8-5CFE-BFD44BD3E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708" y="666351"/>
            <a:ext cx="10558405" cy="14030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s-CL" sz="4800" dirty="0">
                <a:solidFill>
                  <a:schemeClr val="bg1"/>
                </a:solidFill>
              </a:rPr>
              <a:t>Materiales y métodos </a:t>
            </a:r>
            <a:endParaRPr lang="en-US" sz="48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70" name="Grupo 69">
            <a:extLst>
              <a:ext uri="{FF2B5EF4-FFF2-40B4-BE49-F238E27FC236}">
                <a16:creationId xmlns:a16="http://schemas.microsoft.com/office/drawing/2014/main" id="{B22AFB52-7179-D11D-CE5A-C076AE73BC92}"/>
              </a:ext>
            </a:extLst>
          </p:cNvPr>
          <p:cNvGrpSpPr/>
          <p:nvPr/>
        </p:nvGrpSpPr>
        <p:grpSpPr>
          <a:xfrm>
            <a:off x="2001817" y="2905667"/>
            <a:ext cx="1481499" cy="1812676"/>
            <a:chOff x="1330527" y="3179513"/>
            <a:chExt cx="1481499" cy="1812676"/>
          </a:xfrm>
        </p:grpSpPr>
        <p:grpSp>
          <p:nvGrpSpPr>
            <p:cNvPr id="27" name="Google Shape;10706;p82">
              <a:extLst>
                <a:ext uri="{FF2B5EF4-FFF2-40B4-BE49-F238E27FC236}">
                  <a16:creationId xmlns:a16="http://schemas.microsoft.com/office/drawing/2014/main" id="{AB2E99BC-A689-F569-360B-F8F57359E379}"/>
                </a:ext>
              </a:extLst>
            </p:cNvPr>
            <p:cNvGrpSpPr/>
            <p:nvPr/>
          </p:nvGrpSpPr>
          <p:grpSpPr>
            <a:xfrm>
              <a:off x="1628859" y="3179513"/>
              <a:ext cx="1004549" cy="929081"/>
              <a:chOff x="2662884" y="1513044"/>
              <a:chExt cx="322914" cy="348543"/>
            </a:xfrm>
            <a:solidFill>
              <a:schemeClr val="bg1">
                <a:lumMod val="95000"/>
              </a:schemeClr>
            </a:solidFill>
          </p:grpSpPr>
          <p:sp>
            <p:nvSpPr>
              <p:cNvPr id="28" name="Google Shape;10707;p82">
                <a:extLst>
                  <a:ext uri="{FF2B5EF4-FFF2-40B4-BE49-F238E27FC236}">
                    <a16:creationId xmlns:a16="http://schemas.microsoft.com/office/drawing/2014/main" id="{BBB560C7-D843-53CA-9C53-419F512A0284}"/>
                  </a:ext>
                </a:extLst>
              </p:cNvPr>
              <p:cNvSpPr/>
              <p:nvPr/>
            </p:nvSpPr>
            <p:spPr>
              <a:xfrm>
                <a:off x="2662884" y="1513044"/>
                <a:ext cx="260663" cy="348543"/>
              </a:xfrm>
              <a:custGeom>
                <a:avLst/>
                <a:gdLst/>
                <a:ahLst/>
                <a:cxnLst/>
                <a:rect l="l" t="t" r="r" b="b"/>
                <a:pathLst>
                  <a:path w="8228" h="11002" extrusionOk="0">
                    <a:moveTo>
                      <a:pt x="5692" y="0"/>
                    </a:moveTo>
                    <a:cubicBezTo>
                      <a:pt x="5597" y="0"/>
                      <a:pt x="5525" y="72"/>
                      <a:pt x="5525" y="167"/>
                    </a:cubicBezTo>
                    <a:cubicBezTo>
                      <a:pt x="5525" y="250"/>
                      <a:pt x="5597" y="322"/>
                      <a:pt x="5692" y="322"/>
                    </a:cubicBezTo>
                    <a:lnTo>
                      <a:pt x="7907" y="322"/>
                    </a:lnTo>
                    <a:lnTo>
                      <a:pt x="7907" y="10668"/>
                    </a:lnTo>
                    <a:lnTo>
                      <a:pt x="334" y="10668"/>
                    </a:lnTo>
                    <a:lnTo>
                      <a:pt x="334" y="9406"/>
                    </a:lnTo>
                    <a:cubicBezTo>
                      <a:pt x="334" y="9311"/>
                      <a:pt x="251" y="9240"/>
                      <a:pt x="167" y="9240"/>
                    </a:cubicBezTo>
                    <a:cubicBezTo>
                      <a:pt x="72" y="9240"/>
                      <a:pt x="1" y="9311"/>
                      <a:pt x="1" y="9406"/>
                    </a:cubicBezTo>
                    <a:lnTo>
                      <a:pt x="1" y="10835"/>
                    </a:lnTo>
                    <a:cubicBezTo>
                      <a:pt x="1" y="10918"/>
                      <a:pt x="72" y="11002"/>
                      <a:pt x="167" y="11002"/>
                    </a:cubicBezTo>
                    <a:lnTo>
                      <a:pt x="8049" y="11002"/>
                    </a:lnTo>
                    <a:cubicBezTo>
                      <a:pt x="8145" y="11002"/>
                      <a:pt x="8216" y="10918"/>
                      <a:pt x="8216" y="10835"/>
                    </a:cubicBezTo>
                    <a:lnTo>
                      <a:pt x="8216" y="179"/>
                    </a:lnTo>
                    <a:cubicBezTo>
                      <a:pt x="8228" y="60"/>
                      <a:pt x="8157" y="0"/>
                      <a:pt x="8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10708;p82">
                <a:extLst>
                  <a:ext uri="{FF2B5EF4-FFF2-40B4-BE49-F238E27FC236}">
                    <a16:creationId xmlns:a16="http://schemas.microsoft.com/office/drawing/2014/main" id="{E967C1DD-0C12-0CE3-A517-B35C02E79717}"/>
                  </a:ext>
                </a:extLst>
              </p:cNvPr>
              <p:cNvSpPr/>
              <p:nvPr/>
            </p:nvSpPr>
            <p:spPr>
              <a:xfrm>
                <a:off x="2663264" y="1513044"/>
                <a:ext cx="165243" cy="282554"/>
              </a:xfrm>
              <a:custGeom>
                <a:avLst/>
                <a:gdLst/>
                <a:ahLst/>
                <a:cxnLst/>
                <a:rect l="l" t="t" r="r" b="b"/>
                <a:pathLst>
                  <a:path w="5216" h="8919" extrusionOk="0">
                    <a:moveTo>
                      <a:pt x="2358" y="548"/>
                    </a:moveTo>
                    <a:lnTo>
                      <a:pt x="2358" y="2346"/>
                    </a:lnTo>
                    <a:lnTo>
                      <a:pt x="560" y="2346"/>
                    </a:lnTo>
                    <a:lnTo>
                      <a:pt x="2358" y="548"/>
                    </a:lnTo>
                    <a:close/>
                    <a:moveTo>
                      <a:pt x="2537" y="0"/>
                    </a:moveTo>
                    <a:cubicBezTo>
                      <a:pt x="2418" y="0"/>
                      <a:pt x="2299" y="167"/>
                      <a:pt x="2227" y="238"/>
                    </a:cubicBezTo>
                    <a:lnTo>
                      <a:pt x="108" y="2346"/>
                    </a:lnTo>
                    <a:cubicBezTo>
                      <a:pt x="60" y="2393"/>
                      <a:pt x="1" y="2441"/>
                      <a:pt x="1" y="2513"/>
                    </a:cubicBezTo>
                    <a:lnTo>
                      <a:pt x="1" y="8751"/>
                    </a:lnTo>
                    <a:cubicBezTo>
                      <a:pt x="1" y="8835"/>
                      <a:pt x="72" y="8918"/>
                      <a:pt x="167" y="8918"/>
                    </a:cubicBezTo>
                    <a:cubicBezTo>
                      <a:pt x="263" y="8918"/>
                      <a:pt x="334" y="8835"/>
                      <a:pt x="334" y="8751"/>
                    </a:cubicBezTo>
                    <a:lnTo>
                      <a:pt x="334" y="2667"/>
                    </a:lnTo>
                    <a:lnTo>
                      <a:pt x="2525" y="2667"/>
                    </a:lnTo>
                    <a:cubicBezTo>
                      <a:pt x="2608" y="2667"/>
                      <a:pt x="2680" y="2584"/>
                      <a:pt x="2680" y="2501"/>
                    </a:cubicBezTo>
                    <a:lnTo>
                      <a:pt x="2680" y="310"/>
                    </a:lnTo>
                    <a:lnTo>
                      <a:pt x="5049" y="310"/>
                    </a:lnTo>
                    <a:cubicBezTo>
                      <a:pt x="5144" y="310"/>
                      <a:pt x="5216" y="238"/>
                      <a:pt x="5216" y="143"/>
                    </a:cubicBezTo>
                    <a:cubicBezTo>
                      <a:pt x="5216" y="60"/>
                      <a:pt x="5132" y="0"/>
                      <a:pt x="504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10709;p82">
                <a:extLst>
                  <a:ext uri="{FF2B5EF4-FFF2-40B4-BE49-F238E27FC236}">
                    <a16:creationId xmlns:a16="http://schemas.microsoft.com/office/drawing/2014/main" id="{7A183F7C-478B-BB53-49AA-B3FD676964A0}"/>
                  </a:ext>
                </a:extLst>
              </p:cNvPr>
              <p:cNvSpPr/>
              <p:nvPr/>
            </p:nvSpPr>
            <p:spPr>
              <a:xfrm>
                <a:off x="2717596" y="1747634"/>
                <a:ext cx="152412" cy="10613"/>
              </a:xfrm>
              <a:custGeom>
                <a:avLst/>
                <a:gdLst/>
                <a:ahLst/>
                <a:cxnLst/>
                <a:rect l="l" t="t" r="r" b="b"/>
                <a:pathLst>
                  <a:path w="4811" h="335" extrusionOk="0">
                    <a:moveTo>
                      <a:pt x="167" y="1"/>
                    </a:moveTo>
                    <a:cubicBezTo>
                      <a:pt x="72" y="1"/>
                      <a:pt x="0" y="84"/>
                      <a:pt x="0" y="168"/>
                    </a:cubicBezTo>
                    <a:cubicBezTo>
                      <a:pt x="0" y="263"/>
                      <a:pt x="72" y="334"/>
                      <a:pt x="167" y="334"/>
                    </a:cubicBezTo>
                    <a:lnTo>
                      <a:pt x="4644" y="334"/>
                    </a:lnTo>
                    <a:cubicBezTo>
                      <a:pt x="4739" y="334"/>
                      <a:pt x="4810" y="263"/>
                      <a:pt x="4810" y="168"/>
                    </a:cubicBezTo>
                    <a:cubicBezTo>
                      <a:pt x="4798" y="84"/>
                      <a:pt x="4739" y="1"/>
                      <a:pt x="464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10710;p82">
                <a:extLst>
                  <a:ext uri="{FF2B5EF4-FFF2-40B4-BE49-F238E27FC236}">
                    <a16:creationId xmlns:a16="http://schemas.microsoft.com/office/drawing/2014/main" id="{DB73455D-B27D-4C7F-8130-A53590F4CBF4}"/>
                  </a:ext>
                </a:extLst>
              </p:cNvPr>
              <p:cNvSpPr/>
              <p:nvPr/>
            </p:nvSpPr>
            <p:spPr>
              <a:xfrm>
                <a:off x="2788876" y="1809886"/>
                <a:ext cx="81132" cy="10581"/>
              </a:xfrm>
              <a:custGeom>
                <a:avLst/>
                <a:gdLst/>
                <a:ahLst/>
                <a:cxnLst/>
                <a:rect l="l" t="t" r="r" b="b"/>
                <a:pathLst>
                  <a:path w="2561" h="334" extrusionOk="0">
                    <a:moveTo>
                      <a:pt x="167" y="1"/>
                    </a:moveTo>
                    <a:cubicBezTo>
                      <a:pt x="72" y="1"/>
                      <a:pt x="0" y="84"/>
                      <a:pt x="0" y="167"/>
                    </a:cubicBezTo>
                    <a:cubicBezTo>
                      <a:pt x="0" y="262"/>
                      <a:pt x="72" y="334"/>
                      <a:pt x="167" y="334"/>
                    </a:cubicBezTo>
                    <a:lnTo>
                      <a:pt x="2394" y="334"/>
                    </a:lnTo>
                    <a:cubicBezTo>
                      <a:pt x="2489" y="334"/>
                      <a:pt x="2560" y="262"/>
                      <a:pt x="2560" y="167"/>
                    </a:cubicBezTo>
                    <a:cubicBezTo>
                      <a:pt x="2560" y="84"/>
                      <a:pt x="2489" y="1"/>
                      <a:pt x="239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10711;p82">
                <a:extLst>
                  <a:ext uri="{FF2B5EF4-FFF2-40B4-BE49-F238E27FC236}">
                    <a16:creationId xmlns:a16="http://schemas.microsoft.com/office/drawing/2014/main" id="{563E5DC8-F045-5258-3A6D-32E9BFBE56FF}"/>
                  </a:ext>
                </a:extLst>
              </p:cNvPr>
              <p:cNvSpPr/>
              <p:nvPr/>
            </p:nvSpPr>
            <p:spPr>
              <a:xfrm>
                <a:off x="2717596" y="1722385"/>
                <a:ext cx="152412" cy="10201"/>
              </a:xfrm>
              <a:custGeom>
                <a:avLst/>
                <a:gdLst/>
                <a:ahLst/>
                <a:cxnLst/>
                <a:rect l="l" t="t" r="r" b="b"/>
                <a:pathLst>
                  <a:path w="4811" h="322" extrusionOk="0">
                    <a:moveTo>
                      <a:pt x="167" y="0"/>
                    </a:moveTo>
                    <a:cubicBezTo>
                      <a:pt x="72" y="0"/>
                      <a:pt x="0" y="72"/>
                      <a:pt x="0" y="167"/>
                    </a:cubicBezTo>
                    <a:cubicBezTo>
                      <a:pt x="0" y="250"/>
                      <a:pt x="72" y="322"/>
                      <a:pt x="167" y="322"/>
                    </a:cubicBezTo>
                    <a:lnTo>
                      <a:pt x="4644" y="322"/>
                    </a:lnTo>
                    <a:cubicBezTo>
                      <a:pt x="4739" y="322"/>
                      <a:pt x="4810" y="250"/>
                      <a:pt x="4810" y="167"/>
                    </a:cubicBezTo>
                    <a:cubicBezTo>
                      <a:pt x="4798" y="60"/>
                      <a:pt x="4739" y="0"/>
                      <a:pt x="464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10712;p82">
                <a:extLst>
                  <a:ext uri="{FF2B5EF4-FFF2-40B4-BE49-F238E27FC236}">
                    <a16:creationId xmlns:a16="http://schemas.microsoft.com/office/drawing/2014/main" id="{039DC967-61B6-36BA-38D9-976091361D74}"/>
                  </a:ext>
                </a:extLst>
              </p:cNvPr>
              <p:cNvSpPr/>
              <p:nvPr/>
            </p:nvSpPr>
            <p:spPr>
              <a:xfrm>
                <a:off x="2717596" y="1696344"/>
                <a:ext cx="152412" cy="10613"/>
              </a:xfrm>
              <a:custGeom>
                <a:avLst/>
                <a:gdLst/>
                <a:ahLst/>
                <a:cxnLst/>
                <a:rect l="l" t="t" r="r" b="b"/>
                <a:pathLst>
                  <a:path w="4811" h="335" extrusionOk="0">
                    <a:moveTo>
                      <a:pt x="167" y="1"/>
                    </a:moveTo>
                    <a:cubicBezTo>
                      <a:pt x="72" y="1"/>
                      <a:pt x="0" y="72"/>
                      <a:pt x="0" y="167"/>
                    </a:cubicBezTo>
                    <a:cubicBezTo>
                      <a:pt x="0" y="251"/>
                      <a:pt x="72" y="334"/>
                      <a:pt x="167" y="334"/>
                    </a:cubicBezTo>
                    <a:lnTo>
                      <a:pt x="4644" y="334"/>
                    </a:lnTo>
                    <a:cubicBezTo>
                      <a:pt x="4739" y="334"/>
                      <a:pt x="4810" y="251"/>
                      <a:pt x="4810" y="167"/>
                    </a:cubicBezTo>
                    <a:cubicBezTo>
                      <a:pt x="4798" y="72"/>
                      <a:pt x="4739" y="1"/>
                      <a:pt x="464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10713;p82">
                <a:extLst>
                  <a:ext uri="{FF2B5EF4-FFF2-40B4-BE49-F238E27FC236}">
                    <a16:creationId xmlns:a16="http://schemas.microsoft.com/office/drawing/2014/main" id="{500D0D20-7F48-CFC0-41D4-F6DC2E6457F6}"/>
                  </a:ext>
                </a:extLst>
              </p:cNvPr>
              <p:cNvSpPr/>
              <p:nvPr/>
            </p:nvSpPr>
            <p:spPr>
              <a:xfrm>
                <a:off x="2717596" y="1670335"/>
                <a:ext cx="152412" cy="10581"/>
              </a:xfrm>
              <a:custGeom>
                <a:avLst/>
                <a:gdLst/>
                <a:ahLst/>
                <a:cxnLst/>
                <a:rect l="l" t="t" r="r" b="b"/>
                <a:pathLst>
                  <a:path w="4811" h="334" extrusionOk="0">
                    <a:moveTo>
                      <a:pt x="167" y="0"/>
                    </a:moveTo>
                    <a:cubicBezTo>
                      <a:pt x="72" y="0"/>
                      <a:pt x="0" y="84"/>
                      <a:pt x="0" y="167"/>
                    </a:cubicBezTo>
                    <a:cubicBezTo>
                      <a:pt x="0" y="262"/>
                      <a:pt x="72" y="334"/>
                      <a:pt x="167" y="334"/>
                    </a:cubicBezTo>
                    <a:lnTo>
                      <a:pt x="4644" y="334"/>
                    </a:lnTo>
                    <a:cubicBezTo>
                      <a:pt x="4739" y="334"/>
                      <a:pt x="4810" y="262"/>
                      <a:pt x="4810" y="167"/>
                    </a:cubicBezTo>
                    <a:cubicBezTo>
                      <a:pt x="4810" y="84"/>
                      <a:pt x="4739" y="0"/>
                      <a:pt x="464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10714;p82">
                <a:extLst>
                  <a:ext uri="{FF2B5EF4-FFF2-40B4-BE49-F238E27FC236}">
                    <a16:creationId xmlns:a16="http://schemas.microsoft.com/office/drawing/2014/main" id="{9F1F49DB-DD91-F64B-5AB6-74F2280D967A}"/>
                  </a:ext>
                </a:extLst>
              </p:cNvPr>
              <p:cNvSpPr/>
              <p:nvPr/>
            </p:nvSpPr>
            <p:spPr>
              <a:xfrm>
                <a:off x="2778326" y="1594145"/>
                <a:ext cx="31332" cy="61111"/>
              </a:xfrm>
              <a:custGeom>
                <a:avLst/>
                <a:gdLst/>
                <a:ahLst/>
                <a:cxnLst/>
                <a:rect l="l" t="t" r="r" b="b"/>
                <a:pathLst>
                  <a:path w="989" h="1929" extrusionOk="0">
                    <a:moveTo>
                      <a:pt x="179" y="0"/>
                    </a:moveTo>
                    <a:cubicBezTo>
                      <a:pt x="95" y="0"/>
                      <a:pt x="12" y="72"/>
                      <a:pt x="12" y="167"/>
                    </a:cubicBezTo>
                    <a:cubicBezTo>
                      <a:pt x="12" y="250"/>
                      <a:pt x="95" y="322"/>
                      <a:pt x="179" y="322"/>
                    </a:cubicBezTo>
                    <a:lnTo>
                      <a:pt x="333" y="322"/>
                    </a:lnTo>
                    <a:lnTo>
                      <a:pt x="333" y="1607"/>
                    </a:lnTo>
                    <a:lnTo>
                      <a:pt x="167" y="1607"/>
                    </a:lnTo>
                    <a:cubicBezTo>
                      <a:pt x="72" y="1607"/>
                      <a:pt x="0" y="1679"/>
                      <a:pt x="0" y="1774"/>
                    </a:cubicBezTo>
                    <a:cubicBezTo>
                      <a:pt x="0" y="1858"/>
                      <a:pt x="72" y="1929"/>
                      <a:pt x="167" y="1929"/>
                    </a:cubicBezTo>
                    <a:lnTo>
                      <a:pt x="822" y="1929"/>
                    </a:lnTo>
                    <a:cubicBezTo>
                      <a:pt x="905" y="1929"/>
                      <a:pt x="988" y="1858"/>
                      <a:pt x="988" y="1774"/>
                    </a:cubicBezTo>
                    <a:cubicBezTo>
                      <a:pt x="976" y="1679"/>
                      <a:pt x="893" y="1607"/>
                      <a:pt x="810" y="1607"/>
                    </a:cubicBezTo>
                    <a:lnTo>
                      <a:pt x="643" y="1607"/>
                    </a:lnTo>
                    <a:lnTo>
                      <a:pt x="643" y="167"/>
                    </a:lnTo>
                    <a:cubicBezTo>
                      <a:pt x="643" y="72"/>
                      <a:pt x="572" y="0"/>
                      <a:pt x="4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10715;p82">
                <a:extLst>
                  <a:ext uri="{FF2B5EF4-FFF2-40B4-BE49-F238E27FC236}">
                    <a16:creationId xmlns:a16="http://schemas.microsoft.com/office/drawing/2014/main" id="{7403CB4F-77E5-9A86-938B-4C8F2ACAE271}"/>
                  </a:ext>
                </a:extLst>
              </p:cNvPr>
              <p:cNvSpPr/>
              <p:nvPr/>
            </p:nvSpPr>
            <p:spPr>
              <a:xfrm>
                <a:off x="2782476" y="1575263"/>
                <a:ext cx="16220" cy="15872"/>
              </a:xfrm>
              <a:custGeom>
                <a:avLst/>
                <a:gdLst/>
                <a:ahLst/>
                <a:cxnLst/>
                <a:rect l="l" t="t" r="r" b="b"/>
                <a:pathLst>
                  <a:path w="512" h="501" extrusionOk="0">
                    <a:moveTo>
                      <a:pt x="262" y="1"/>
                    </a:moveTo>
                    <a:cubicBezTo>
                      <a:pt x="131" y="1"/>
                      <a:pt x="0" y="120"/>
                      <a:pt x="0" y="251"/>
                    </a:cubicBezTo>
                    <a:cubicBezTo>
                      <a:pt x="0" y="382"/>
                      <a:pt x="119" y="501"/>
                      <a:pt x="262" y="501"/>
                    </a:cubicBezTo>
                    <a:cubicBezTo>
                      <a:pt x="393" y="501"/>
                      <a:pt x="512" y="382"/>
                      <a:pt x="512" y="251"/>
                    </a:cubicBezTo>
                    <a:cubicBezTo>
                      <a:pt x="512" y="120"/>
                      <a:pt x="393" y="1"/>
                      <a:pt x="2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10716;p82">
                <a:extLst>
                  <a:ext uri="{FF2B5EF4-FFF2-40B4-BE49-F238E27FC236}">
                    <a16:creationId xmlns:a16="http://schemas.microsoft.com/office/drawing/2014/main" id="{99A2FAB5-EBB8-37D2-500B-B5DA587F652F}"/>
                  </a:ext>
                </a:extLst>
              </p:cNvPr>
              <p:cNvSpPr/>
              <p:nvPr/>
            </p:nvSpPr>
            <p:spPr>
              <a:xfrm>
                <a:off x="2943537" y="1513044"/>
                <a:ext cx="42261" cy="347783"/>
              </a:xfrm>
              <a:custGeom>
                <a:avLst/>
                <a:gdLst/>
                <a:ahLst/>
                <a:cxnLst/>
                <a:rect l="l" t="t" r="r" b="b"/>
                <a:pathLst>
                  <a:path w="1334" h="10978" extrusionOk="0">
                    <a:moveTo>
                      <a:pt x="667" y="310"/>
                    </a:moveTo>
                    <a:cubicBezTo>
                      <a:pt x="857" y="310"/>
                      <a:pt x="1012" y="477"/>
                      <a:pt x="1012" y="655"/>
                    </a:cubicBezTo>
                    <a:lnTo>
                      <a:pt x="1012" y="1477"/>
                    </a:lnTo>
                    <a:lnTo>
                      <a:pt x="321" y="1477"/>
                    </a:lnTo>
                    <a:lnTo>
                      <a:pt x="321" y="655"/>
                    </a:lnTo>
                    <a:cubicBezTo>
                      <a:pt x="321" y="465"/>
                      <a:pt x="488" y="310"/>
                      <a:pt x="667" y="310"/>
                    </a:cubicBezTo>
                    <a:close/>
                    <a:moveTo>
                      <a:pt x="1024" y="1798"/>
                    </a:moveTo>
                    <a:lnTo>
                      <a:pt x="1024" y="2453"/>
                    </a:lnTo>
                    <a:lnTo>
                      <a:pt x="321" y="2453"/>
                    </a:lnTo>
                    <a:lnTo>
                      <a:pt x="321" y="1798"/>
                    </a:lnTo>
                    <a:close/>
                    <a:moveTo>
                      <a:pt x="964" y="9597"/>
                    </a:moveTo>
                    <a:lnTo>
                      <a:pt x="833" y="10525"/>
                    </a:lnTo>
                    <a:cubicBezTo>
                      <a:pt x="810" y="10597"/>
                      <a:pt x="750" y="10656"/>
                      <a:pt x="679" y="10656"/>
                    </a:cubicBezTo>
                    <a:cubicBezTo>
                      <a:pt x="607" y="10656"/>
                      <a:pt x="536" y="10597"/>
                      <a:pt x="536" y="10525"/>
                    </a:cubicBezTo>
                    <a:lnTo>
                      <a:pt x="417" y="9597"/>
                    </a:lnTo>
                    <a:close/>
                    <a:moveTo>
                      <a:pt x="667" y="0"/>
                    </a:moveTo>
                    <a:cubicBezTo>
                      <a:pt x="298" y="0"/>
                      <a:pt x="0" y="298"/>
                      <a:pt x="0" y="667"/>
                    </a:cubicBezTo>
                    <a:lnTo>
                      <a:pt x="0" y="1631"/>
                    </a:lnTo>
                    <a:lnTo>
                      <a:pt x="0" y="2822"/>
                    </a:lnTo>
                    <a:lnTo>
                      <a:pt x="0" y="4810"/>
                    </a:lnTo>
                    <a:cubicBezTo>
                      <a:pt x="0" y="4894"/>
                      <a:pt x="71" y="4965"/>
                      <a:pt x="167" y="4965"/>
                    </a:cubicBezTo>
                    <a:cubicBezTo>
                      <a:pt x="250" y="4965"/>
                      <a:pt x="321" y="4894"/>
                      <a:pt x="321" y="4810"/>
                    </a:cubicBezTo>
                    <a:lnTo>
                      <a:pt x="321" y="2763"/>
                    </a:lnTo>
                    <a:lnTo>
                      <a:pt x="1024" y="2763"/>
                    </a:lnTo>
                    <a:lnTo>
                      <a:pt x="1024" y="9275"/>
                    </a:lnTo>
                    <a:lnTo>
                      <a:pt x="321" y="9275"/>
                    </a:lnTo>
                    <a:lnTo>
                      <a:pt x="321" y="5430"/>
                    </a:lnTo>
                    <a:cubicBezTo>
                      <a:pt x="321" y="5346"/>
                      <a:pt x="250" y="5263"/>
                      <a:pt x="167" y="5263"/>
                    </a:cubicBezTo>
                    <a:cubicBezTo>
                      <a:pt x="71" y="5263"/>
                      <a:pt x="0" y="5346"/>
                      <a:pt x="0" y="5430"/>
                    </a:cubicBezTo>
                    <a:lnTo>
                      <a:pt x="0" y="9430"/>
                    </a:lnTo>
                    <a:cubicBezTo>
                      <a:pt x="0" y="9490"/>
                      <a:pt x="24" y="9537"/>
                      <a:pt x="60" y="9561"/>
                    </a:cubicBezTo>
                    <a:lnTo>
                      <a:pt x="191" y="10561"/>
                    </a:lnTo>
                    <a:cubicBezTo>
                      <a:pt x="226" y="10799"/>
                      <a:pt x="429" y="10978"/>
                      <a:pt x="667" y="10978"/>
                    </a:cubicBezTo>
                    <a:cubicBezTo>
                      <a:pt x="905" y="10978"/>
                      <a:pt x="1119" y="10799"/>
                      <a:pt x="1143" y="10561"/>
                    </a:cubicBezTo>
                    <a:lnTo>
                      <a:pt x="1274" y="9561"/>
                    </a:lnTo>
                    <a:cubicBezTo>
                      <a:pt x="1322" y="9537"/>
                      <a:pt x="1334" y="9490"/>
                      <a:pt x="1334" y="9430"/>
                    </a:cubicBezTo>
                    <a:lnTo>
                      <a:pt x="1334" y="2822"/>
                    </a:lnTo>
                    <a:lnTo>
                      <a:pt x="1334" y="1631"/>
                    </a:lnTo>
                    <a:lnTo>
                      <a:pt x="1334" y="667"/>
                    </a:lnTo>
                    <a:cubicBezTo>
                      <a:pt x="1334" y="298"/>
                      <a:pt x="1036" y="0"/>
                      <a:pt x="6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3" name="CuadroTexto 52">
              <a:extLst>
                <a:ext uri="{FF2B5EF4-FFF2-40B4-BE49-F238E27FC236}">
                  <a16:creationId xmlns:a16="http://schemas.microsoft.com/office/drawing/2014/main" id="{394C2977-B950-AFCF-6C1D-36C662C19E6A}"/>
                </a:ext>
              </a:extLst>
            </p:cNvPr>
            <p:cNvSpPr txBox="1"/>
            <p:nvPr/>
          </p:nvSpPr>
          <p:spPr>
            <a:xfrm>
              <a:off x="1330527" y="4345858"/>
              <a:ext cx="148149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L" dirty="0">
                  <a:solidFill>
                    <a:schemeClr val="bg1"/>
                  </a:solidFill>
                </a:rPr>
                <a:t>Revisión bibliográfica</a:t>
              </a:r>
            </a:p>
          </p:txBody>
        </p:sp>
      </p:grpSp>
      <p:grpSp>
        <p:nvGrpSpPr>
          <p:cNvPr id="71" name="Grupo 70">
            <a:extLst>
              <a:ext uri="{FF2B5EF4-FFF2-40B4-BE49-F238E27FC236}">
                <a16:creationId xmlns:a16="http://schemas.microsoft.com/office/drawing/2014/main" id="{8E0BE412-5E5E-9CC1-EFF9-7290D31F24C6}"/>
              </a:ext>
            </a:extLst>
          </p:cNvPr>
          <p:cNvGrpSpPr/>
          <p:nvPr/>
        </p:nvGrpSpPr>
        <p:grpSpPr>
          <a:xfrm>
            <a:off x="5019592" y="2997025"/>
            <a:ext cx="1481499" cy="1578931"/>
            <a:chOff x="5492749" y="3136259"/>
            <a:chExt cx="1481499" cy="1578931"/>
          </a:xfrm>
        </p:grpSpPr>
        <p:grpSp>
          <p:nvGrpSpPr>
            <p:cNvPr id="38" name="Google Shape;8444;p79">
              <a:extLst>
                <a:ext uri="{FF2B5EF4-FFF2-40B4-BE49-F238E27FC236}">
                  <a16:creationId xmlns:a16="http://schemas.microsoft.com/office/drawing/2014/main" id="{D4AE14B6-1039-1526-518C-169C1331AE56}"/>
                </a:ext>
              </a:extLst>
            </p:cNvPr>
            <p:cNvGrpSpPr/>
            <p:nvPr/>
          </p:nvGrpSpPr>
          <p:grpSpPr>
            <a:xfrm>
              <a:off x="5698550" y="3136259"/>
              <a:ext cx="1039217" cy="927055"/>
              <a:chOff x="1958520" y="2302574"/>
              <a:chExt cx="359213" cy="327807"/>
            </a:xfrm>
            <a:solidFill>
              <a:schemeClr val="bg1">
                <a:lumMod val="95000"/>
              </a:schemeClr>
            </a:solidFill>
          </p:grpSpPr>
          <p:sp>
            <p:nvSpPr>
              <p:cNvPr id="39" name="Google Shape;8445;p79">
                <a:extLst>
                  <a:ext uri="{FF2B5EF4-FFF2-40B4-BE49-F238E27FC236}">
                    <a16:creationId xmlns:a16="http://schemas.microsoft.com/office/drawing/2014/main" id="{7079A2C3-7345-030E-D35F-FF06C4315927}"/>
                  </a:ext>
                </a:extLst>
              </p:cNvPr>
              <p:cNvSpPr/>
              <p:nvPr/>
            </p:nvSpPr>
            <p:spPr>
              <a:xfrm>
                <a:off x="1958520" y="2302574"/>
                <a:ext cx="359213" cy="327807"/>
              </a:xfrm>
              <a:custGeom>
                <a:avLst/>
                <a:gdLst/>
                <a:ahLst/>
                <a:cxnLst/>
                <a:rect l="l" t="t" r="r" b="b"/>
                <a:pathLst>
                  <a:path w="11312" h="10323" extrusionOk="0">
                    <a:moveTo>
                      <a:pt x="7168" y="8132"/>
                    </a:moveTo>
                    <a:lnTo>
                      <a:pt x="7501" y="9204"/>
                    </a:lnTo>
                    <a:lnTo>
                      <a:pt x="3799" y="9204"/>
                    </a:lnTo>
                    <a:lnTo>
                      <a:pt x="4120" y="8132"/>
                    </a:lnTo>
                    <a:close/>
                    <a:moveTo>
                      <a:pt x="8466" y="9537"/>
                    </a:moveTo>
                    <a:cubicBezTo>
                      <a:pt x="8597" y="9537"/>
                      <a:pt x="8704" y="9656"/>
                      <a:pt x="8704" y="9775"/>
                    </a:cubicBezTo>
                    <a:cubicBezTo>
                      <a:pt x="8704" y="9906"/>
                      <a:pt x="8597" y="10013"/>
                      <a:pt x="8466" y="10013"/>
                    </a:cubicBezTo>
                    <a:lnTo>
                      <a:pt x="2810" y="10013"/>
                    </a:lnTo>
                    <a:cubicBezTo>
                      <a:pt x="2679" y="10013"/>
                      <a:pt x="2572" y="9906"/>
                      <a:pt x="2572" y="9775"/>
                    </a:cubicBezTo>
                    <a:cubicBezTo>
                      <a:pt x="2572" y="9644"/>
                      <a:pt x="2679" y="9537"/>
                      <a:pt x="2810" y="9537"/>
                    </a:cubicBezTo>
                    <a:close/>
                    <a:moveTo>
                      <a:pt x="1072" y="0"/>
                    </a:moveTo>
                    <a:cubicBezTo>
                      <a:pt x="477" y="0"/>
                      <a:pt x="0" y="476"/>
                      <a:pt x="0" y="1072"/>
                    </a:cubicBezTo>
                    <a:lnTo>
                      <a:pt x="0" y="7049"/>
                    </a:lnTo>
                    <a:cubicBezTo>
                      <a:pt x="0" y="7644"/>
                      <a:pt x="477" y="8120"/>
                      <a:pt x="1072" y="8120"/>
                    </a:cubicBezTo>
                    <a:lnTo>
                      <a:pt x="3763" y="8120"/>
                    </a:lnTo>
                    <a:lnTo>
                      <a:pt x="3441" y="9192"/>
                    </a:lnTo>
                    <a:lnTo>
                      <a:pt x="2822" y="9192"/>
                    </a:lnTo>
                    <a:cubicBezTo>
                      <a:pt x="2513" y="9192"/>
                      <a:pt x="2263" y="9442"/>
                      <a:pt x="2263" y="9751"/>
                    </a:cubicBezTo>
                    <a:cubicBezTo>
                      <a:pt x="2263" y="10073"/>
                      <a:pt x="2513" y="10323"/>
                      <a:pt x="2822" y="10323"/>
                    </a:cubicBezTo>
                    <a:lnTo>
                      <a:pt x="8478" y="10323"/>
                    </a:lnTo>
                    <a:cubicBezTo>
                      <a:pt x="8799" y="10323"/>
                      <a:pt x="9049" y="10073"/>
                      <a:pt x="9049" y="9751"/>
                    </a:cubicBezTo>
                    <a:cubicBezTo>
                      <a:pt x="9049" y="9442"/>
                      <a:pt x="8799" y="9192"/>
                      <a:pt x="8478" y="9192"/>
                    </a:cubicBezTo>
                    <a:lnTo>
                      <a:pt x="7870" y="9192"/>
                    </a:lnTo>
                    <a:lnTo>
                      <a:pt x="7549" y="8120"/>
                    </a:lnTo>
                    <a:lnTo>
                      <a:pt x="10240" y="8120"/>
                    </a:lnTo>
                    <a:cubicBezTo>
                      <a:pt x="10835" y="8120"/>
                      <a:pt x="11311" y="7644"/>
                      <a:pt x="11311" y="7049"/>
                    </a:cubicBezTo>
                    <a:lnTo>
                      <a:pt x="11311" y="1072"/>
                    </a:lnTo>
                    <a:cubicBezTo>
                      <a:pt x="11299" y="488"/>
                      <a:pt x="10823" y="0"/>
                      <a:pt x="10228" y="0"/>
                    </a:cubicBezTo>
                    <a:lnTo>
                      <a:pt x="2786" y="0"/>
                    </a:lnTo>
                    <a:cubicBezTo>
                      <a:pt x="2691" y="0"/>
                      <a:pt x="2620" y="72"/>
                      <a:pt x="2620" y="155"/>
                    </a:cubicBezTo>
                    <a:cubicBezTo>
                      <a:pt x="2620" y="250"/>
                      <a:pt x="2691" y="322"/>
                      <a:pt x="2786" y="322"/>
                    </a:cubicBezTo>
                    <a:lnTo>
                      <a:pt x="10228" y="322"/>
                    </a:lnTo>
                    <a:cubicBezTo>
                      <a:pt x="10621" y="322"/>
                      <a:pt x="10966" y="655"/>
                      <a:pt x="10966" y="1072"/>
                    </a:cubicBezTo>
                    <a:lnTo>
                      <a:pt x="10966" y="7049"/>
                    </a:lnTo>
                    <a:cubicBezTo>
                      <a:pt x="10966" y="7453"/>
                      <a:pt x="10645" y="7799"/>
                      <a:pt x="10228" y="7799"/>
                    </a:cubicBezTo>
                    <a:lnTo>
                      <a:pt x="1072" y="7799"/>
                    </a:lnTo>
                    <a:cubicBezTo>
                      <a:pt x="667" y="7799"/>
                      <a:pt x="322" y="7465"/>
                      <a:pt x="322" y="7049"/>
                    </a:cubicBezTo>
                    <a:lnTo>
                      <a:pt x="322" y="1072"/>
                    </a:lnTo>
                    <a:cubicBezTo>
                      <a:pt x="322" y="667"/>
                      <a:pt x="655" y="322"/>
                      <a:pt x="1072" y="322"/>
                    </a:cubicBezTo>
                    <a:lnTo>
                      <a:pt x="2108" y="322"/>
                    </a:lnTo>
                    <a:cubicBezTo>
                      <a:pt x="2203" y="322"/>
                      <a:pt x="2275" y="250"/>
                      <a:pt x="2275" y="155"/>
                    </a:cubicBezTo>
                    <a:cubicBezTo>
                      <a:pt x="2275" y="72"/>
                      <a:pt x="2203" y="0"/>
                      <a:pt x="210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8446;p79">
                <a:extLst>
                  <a:ext uri="{FF2B5EF4-FFF2-40B4-BE49-F238E27FC236}">
                    <a16:creationId xmlns:a16="http://schemas.microsoft.com/office/drawing/2014/main" id="{949B953F-CA06-1033-558A-9F63BBB3DD01}"/>
                  </a:ext>
                </a:extLst>
              </p:cNvPr>
              <p:cNvSpPr/>
              <p:nvPr/>
            </p:nvSpPr>
            <p:spPr>
              <a:xfrm>
                <a:off x="1986877" y="2331313"/>
                <a:ext cx="302117" cy="184909"/>
              </a:xfrm>
              <a:custGeom>
                <a:avLst/>
                <a:gdLst/>
                <a:ahLst/>
                <a:cxnLst/>
                <a:rect l="l" t="t" r="r" b="b"/>
                <a:pathLst>
                  <a:path w="9514" h="5823" extrusionOk="0">
                    <a:moveTo>
                      <a:pt x="179" y="0"/>
                    </a:moveTo>
                    <a:cubicBezTo>
                      <a:pt x="72" y="0"/>
                      <a:pt x="0" y="71"/>
                      <a:pt x="0" y="179"/>
                    </a:cubicBezTo>
                    <a:lnTo>
                      <a:pt x="0" y="5656"/>
                    </a:lnTo>
                    <a:cubicBezTo>
                      <a:pt x="0" y="5739"/>
                      <a:pt x="72" y="5822"/>
                      <a:pt x="167" y="5822"/>
                    </a:cubicBezTo>
                    <a:lnTo>
                      <a:pt x="9347" y="5822"/>
                    </a:lnTo>
                    <a:cubicBezTo>
                      <a:pt x="9430" y="5822"/>
                      <a:pt x="9513" y="5739"/>
                      <a:pt x="9513" y="5656"/>
                    </a:cubicBezTo>
                    <a:lnTo>
                      <a:pt x="9513" y="5072"/>
                    </a:lnTo>
                    <a:cubicBezTo>
                      <a:pt x="9513" y="4989"/>
                      <a:pt x="9430" y="4905"/>
                      <a:pt x="9347" y="4905"/>
                    </a:cubicBezTo>
                    <a:cubicBezTo>
                      <a:pt x="9252" y="4905"/>
                      <a:pt x="9180" y="4989"/>
                      <a:pt x="9180" y="5072"/>
                    </a:cubicBezTo>
                    <a:lnTo>
                      <a:pt x="9180" y="5489"/>
                    </a:lnTo>
                    <a:lnTo>
                      <a:pt x="346" y="5489"/>
                    </a:lnTo>
                    <a:lnTo>
                      <a:pt x="346" y="345"/>
                    </a:lnTo>
                    <a:lnTo>
                      <a:pt x="9180" y="345"/>
                    </a:lnTo>
                    <a:lnTo>
                      <a:pt x="9180" y="4405"/>
                    </a:lnTo>
                    <a:cubicBezTo>
                      <a:pt x="9168" y="4489"/>
                      <a:pt x="9240" y="4572"/>
                      <a:pt x="9347" y="4572"/>
                    </a:cubicBezTo>
                    <a:cubicBezTo>
                      <a:pt x="9430" y="4572"/>
                      <a:pt x="9513" y="4489"/>
                      <a:pt x="9513" y="4405"/>
                    </a:cubicBezTo>
                    <a:lnTo>
                      <a:pt x="9513" y="179"/>
                    </a:lnTo>
                    <a:cubicBezTo>
                      <a:pt x="9513" y="71"/>
                      <a:pt x="9430" y="0"/>
                      <a:pt x="933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8447;p79">
                <a:extLst>
                  <a:ext uri="{FF2B5EF4-FFF2-40B4-BE49-F238E27FC236}">
                    <a16:creationId xmlns:a16="http://schemas.microsoft.com/office/drawing/2014/main" id="{FE307854-CA12-8EA1-562B-429646470A6D}"/>
                  </a:ext>
                </a:extLst>
              </p:cNvPr>
              <p:cNvSpPr/>
              <p:nvPr/>
            </p:nvSpPr>
            <p:spPr>
              <a:xfrm>
                <a:off x="2131521" y="2526701"/>
                <a:ext cx="11908" cy="10638"/>
              </a:xfrm>
              <a:custGeom>
                <a:avLst/>
                <a:gdLst/>
                <a:ahLst/>
                <a:cxnLst/>
                <a:rect l="l" t="t" r="r" b="b"/>
                <a:pathLst>
                  <a:path w="375" h="335" extrusionOk="0">
                    <a:moveTo>
                      <a:pt x="176" y="0"/>
                    </a:moveTo>
                    <a:cubicBezTo>
                      <a:pt x="167" y="0"/>
                      <a:pt x="158" y="1"/>
                      <a:pt x="148" y="3"/>
                    </a:cubicBezTo>
                    <a:cubicBezTo>
                      <a:pt x="77" y="26"/>
                      <a:pt x="17" y="86"/>
                      <a:pt x="17" y="157"/>
                    </a:cubicBezTo>
                    <a:cubicBezTo>
                      <a:pt x="1" y="258"/>
                      <a:pt x="95" y="334"/>
                      <a:pt x="186" y="334"/>
                    </a:cubicBezTo>
                    <a:cubicBezTo>
                      <a:pt x="225" y="334"/>
                      <a:pt x="263" y="320"/>
                      <a:pt x="291" y="288"/>
                    </a:cubicBezTo>
                    <a:cubicBezTo>
                      <a:pt x="375" y="229"/>
                      <a:pt x="375" y="145"/>
                      <a:pt x="327" y="86"/>
                    </a:cubicBezTo>
                    <a:cubicBezTo>
                      <a:pt x="296" y="34"/>
                      <a:pt x="238" y="0"/>
                      <a:pt x="1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5" name="CuadroTexto 54">
              <a:extLst>
                <a:ext uri="{FF2B5EF4-FFF2-40B4-BE49-F238E27FC236}">
                  <a16:creationId xmlns:a16="http://schemas.microsoft.com/office/drawing/2014/main" id="{D580D145-430D-F5C2-3DA7-D9896A1822B9}"/>
                </a:ext>
              </a:extLst>
            </p:cNvPr>
            <p:cNvSpPr txBox="1"/>
            <p:nvPr/>
          </p:nvSpPr>
          <p:spPr>
            <a:xfrm>
              <a:off x="5492749" y="4345858"/>
              <a:ext cx="14814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L" dirty="0">
                  <a:solidFill>
                    <a:schemeClr val="bg1"/>
                  </a:solidFill>
                </a:rPr>
                <a:t>Simulacional</a:t>
              </a:r>
            </a:p>
          </p:txBody>
        </p:sp>
      </p:grpSp>
      <p:grpSp>
        <p:nvGrpSpPr>
          <p:cNvPr id="72" name="Grupo 71">
            <a:extLst>
              <a:ext uri="{FF2B5EF4-FFF2-40B4-BE49-F238E27FC236}">
                <a16:creationId xmlns:a16="http://schemas.microsoft.com/office/drawing/2014/main" id="{7680C6E1-6E3E-FB06-7282-4303D8500C05}"/>
              </a:ext>
            </a:extLst>
          </p:cNvPr>
          <p:cNvGrpSpPr/>
          <p:nvPr/>
        </p:nvGrpSpPr>
        <p:grpSpPr>
          <a:xfrm>
            <a:off x="8503747" y="2973298"/>
            <a:ext cx="1682549" cy="1602658"/>
            <a:chOff x="8500730" y="3179788"/>
            <a:chExt cx="1682549" cy="1602658"/>
          </a:xfrm>
        </p:grpSpPr>
        <p:grpSp>
          <p:nvGrpSpPr>
            <p:cNvPr id="42" name="Google Shape;9001;p80">
              <a:extLst>
                <a:ext uri="{FF2B5EF4-FFF2-40B4-BE49-F238E27FC236}">
                  <a16:creationId xmlns:a16="http://schemas.microsoft.com/office/drawing/2014/main" id="{A911E1CF-EDE2-69E2-0AC5-96713A8CC319}"/>
                </a:ext>
              </a:extLst>
            </p:cNvPr>
            <p:cNvGrpSpPr/>
            <p:nvPr/>
          </p:nvGrpSpPr>
          <p:grpSpPr>
            <a:xfrm>
              <a:off x="8680651" y="3179788"/>
              <a:ext cx="1362257" cy="942678"/>
              <a:chOff x="6656812" y="2029388"/>
              <a:chExt cx="368690" cy="245793"/>
            </a:xfrm>
            <a:solidFill>
              <a:schemeClr val="bg1">
                <a:lumMod val="95000"/>
              </a:schemeClr>
            </a:solidFill>
          </p:grpSpPr>
          <p:sp>
            <p:nvSpPr>
              <p:cNvPr id="43" name="Google Shape;9002;p80">
                <a:extLst>
                  <a:ext uri="{FF2B5EF4-FFF2-40B4-BE49-F238E27FC236}">
                    <a16:creationId xmlns:a16="http://schemas.microsoft.com/office/drawing/2014/main" id="{2232E4C4-DC1A-8E15-BC52-6584CCB7DA07}"/>
                  </a:ext>
                </a:extLst>
              </p:cNvPr>
              <p:cNvSpPr/>
              <p:nvPr/>
            </p:nvSpPr>
            <p:spPr>
              <a:xfrm>
                <a:off x="6915475" y="2164007"/>
                <a:ext cx="73967" cy="73999"/>
              </a:xfrm>
              <a:custGeom>
                <a:avLst/>
                <a:gdLst/>
                <a:ahLst/>
                <a:cxnLst/>
                <a:rect l="l" t="t" r="r" b="b"/>
                <a:pathLst>
                  <a:path w="2322" h="2323" extrusionOk="0">
                    <a:moveTo>
                      <a:pt x="1167" y="323"/>
                    </a:moveTo>
                    <a:cubicBezTo>
                      <a:pt x="1631" y="323"/>
                      <a:pt x="2000" y="692"/>
                      <a:pt x="2000" y="1156"/>
                    </a:cubicBezTo>
                    <a:cubicBezTo>
                      <a:pt x="2000" y="1621"/>
                      <a:pt x="1631" y="1990"/>
                      <a:pt x="1167" y="1990"/>
                    </a:cubicBezTo>
                    <a:cubicBezTo>
                      <a:pt x="703" y="1990"/>
                      <a:pt x="334" y="1621"/>
                      <a:pt x="334" y="1156"/>
                    </a:cubicBezTo>
                    <a:cubicBezTo>
                      <a:pt x="334" y="692"/>
                      <a:pt x="703" y="323"/>
                      <a:pt x="1167" y="323"/>
                    </a:cubicBezTo>
                    <a:close/>
                    <a:moveTo>
                      <a:pt x="1126" y="0"/>
                    </a:moveTo>
                    <a:cubicBezTo>
                      <a:pt x="502" y="0"/>
                      <a:pt x="0" y="527"/>
                      <a:pt x="0" y="1156"/>
                    </a:cubicBezTo>
                    <a:cubicBezTo>
                      <a:pt x="0" y="1799"/>
                      <a:pt x="524" y="2323"/>
                      <a:pt x="1167" y="2323"/>
                    </a:cubicBezTo>
                    <a:cubicBezTo>
                      <a:pt x="1810" y="2323"/>
                      <a:pt x="2322" y="1799"/>
                      <a:pt x="2322" y="1156"/>
                    </a:cubicBezTo>
                    <a:cubicBezTo>
                      <a:pt x="2322" y="513"/>
                      <a:pt x="1810" y="1"/>
                      <a:pt x="1167" y="1"/>
                    </a:cubicBezTo>
                    <a:cubicBezTo>
                      <a:pt x="1153" y="1"/>
                      <a:pt x="1139" y="0"/>
                      <a:pt x="112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9003;p80">
                <a:extLst>
                  <a:ext uri="{FF2B5EF4-FFF2-40B4-BE49-F238E27FC236}">
                    <a16:creationId xmlns:a16="http://schemas.microsoft.com/office/drawing/2014/main" id="{7058878F-EF26-F878-3BA1-96519CA6B441}"/>
                  </a:ext>
                </a:extLst>
              </p:cNvPr>
              <p:cNvSpPr/>
              <p:nvPr/>
            </p:nvSpPr>
            <p:spPr>
              <a:xfrm>
                <a:off x="6901427" y="2057070"/>
                <a:ext cx="51605" cy="31154"/>
              </a:xfrm>
              <a:custGeom>
                <a:avLst/>
                <a:gdLst/>
                <a:ahLst/>
                <a:cxnLst/>
                <a:rect l="l" t="t" r="r" b="b"/>
                <a:pathLst>
                  <a:path w="1620" h="978" extrusionOk="0">
                    <a:moveTo>
                      <a:pt x="1179" y="346"/>
                    </a:moveTo>
                    <a:cubicBezTo>
                      <a:pt x="1239" y="346"/>
                      <a:pt x="1275" y="394"/>
                      <a:pt x="1275" y="453"/>
                    </a:cubicBezTo>
                    <a:lnTo>
                      <a:pt x="1275" y="525"/>
                    </a:lnTo>
                    <a:cubicBezTo>
                      <a:pt x="1275" y="584"/>
                      <a:pt x="1239" y="632"/>
                      <a:pt x="1179" y="632"/>
                    </a:cubicBezTo>
                    <a:lnTo>
                      <a:pt x="441" y="632"/>
                    </a:lnTo>
                    <a:cubicBezTo>
                      <a:pt x="382" y="632"/>
                      <a:pt x="334" y="584"/>
                      <a:pt x="334" y="525"/>
                    </a:cubicBezTo>
                    <a:lnTo>
                      <a:pt x="334" y="453"/>
                    </a:lnTo>
                    <a:cubicBezTo>
                      <a:pt x="334" y="394"/>
                      <a:pt x="382" y="346"/>
                      <a:pt x="441" y="346"/>
                    </a:cubicBezTo>
                    <a:close/>
                    <a:moveTo>
                      <a:pt x="441" y="1"/>
                    </a:moveTo>
                    <a:cubicBezTo>
                      <a:pt x="203" y="1"/>
                      <a:pt x="1" y="203"/>
                      <a:pt x="1" y="453"/>
                    </a:cubicBezTo>
                    <a:lnTo>
                      <a:pt x="1" y="525"/>
                    </a:lnTo>
                    <a:cubicBezTo>
                      <a:pt x="1" y="763"/>
                      <a:pt x="191" y="977"/>
                      <a:pt x="441" y="977"/>
                    </a:cubicBezTo>
                    <a:lnTo>
                      <a:pt x="1179" y="977"/>
                    </a:lnTo>
                    <a:cubicBezTo>
                      <a:pt x="1418" y="977"/>
                      <a:pt x="1620" y="775"/>
                      <a:pt x="1620" y="525"/>
                    </a:cubicBezTo>
                    <a:lnTo>
                      <a:pt x="1620" y="453"/>
                    </a:lnTo>
                    <a:cubicBezTo>
                      <a:pt x="1620" y="215"/>
                      <a:pt x="1429" y="1"/>
                      <a:pt x="117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9004;p80">
                <a:extLst>
                  <a:ext uri="{FF2B5EF4-FFF2-40B4-BE49-F238E27FC236}">
                    <a16:creationId xmlns:a16="http://schemas.microsoft.com/office/drawing/2014/main" id="{DA9AE45B-8550-070B-AA67-5DAE8CB6352B}"/>
                  </a:ext>
                </a:extLst>
              </p:cNvPr>
              <p:cNvSpPr/>
              <p:nvPr/>
            </p:nvSpPr>
            <p:spPr>
              <a:xfrm>
                <a:off x="6901809" y="2091983"/>
                <a:ext cx="51605" cy="30358"/>
              </a:xfrm>
              <a:custGeom>
                <a:avLst/>
                <a:gdLst/>
                <a:ahLst/>
                <a:cxnLst/>
                <a:rect l="l" t="t" r="r" b="b"/>
                <a:pathLst>
                  <a:path w="1620" h="953" extrusionOk="0">
                    <a:moveTo>
                      <a:pt x="1179" y="333"/>
                    </a:moveTo>
                    <a:cubicBezTo>
                      <a:pt x="1239" y="333"/>
                      <a:pt x="1286" y="381"/>
                      <a:pt x="1286" y="441"/>
                    </a:cubicBezTo>
                    <a:lnTo>
                      <a:pt x="1286" y="512"/>
                    </a:lnTo>
                    <a:cubicBezTo>
                      <a:pt x="1286" y="572"/>
                      <a:pt x="1239" y="619"/>
                      <a:pt x="1179" y="619"/>
                    </a:cubicBezTo>
                    <a:lnTo>
                      <a:pt x="453" y="619"/>
                    </a:lnTo>
                    <a:cubicBezTo>
                      <a:pt x="394" y="619"/>
                      <a:pt x="346" y="572"/>
                      <a:pt x="346" y="512"/>
                    </a:cubicBezTo>
                    <a:lnTo>
                      <a:pt x="346" y="441"/>
                    </a:lnTo>
                    <a:cubicBezTo>
                      <a:pt x="346" y="381"/>
                      <a:pt x="394" y="333"/>
                      <a:pt x="453" y="333"/>
                    </a:cubicBezTo>
                    <a:close/>
                    <a:moveTo>
                      <a:pt x="453" y="0"/>
                    </a:moveTo>
                    <a:cubicBezTo>
                      <a:pt x="215" y="0"/>
                      <a:pt x="1" y="191"/>
                      <a:pt x="1" y="441"/>
                    </a:cubicBezTo>
                    <a:lnTo>
                      <a:pt x="1" y="500"/>
                    </a:lnTo>
                    <a:cubicBezTo>
                      <a:pt x="1" y="738"/>
                      <a:pt x="191" y="953"/>
                      <a:pt x="453" y="953"/>
                    </a:cubicBezTo>
                    <a:lnTo>
                      <a:pt x="1179" y="953"/>
                    </a:lnTo>
                    <a:cubicBezTo>
                      <a:pt x="1417" y="953"/>
                      <a:pt x="1620" y="750"/>
                      <a:pt x="1620" y="500"/>
                    </a:cubicBezTo>
                    <a:lnTo>
                      <a:pt x="1620" y="441"/>
                    </a:lnTo>
                    <a:cubicBezTo>
                      <a:pt x="1620" y="202"/>
                      <a:pt x="1429" y="0"/>
                      <a:pt x="117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9005;p80">
                <a:extLst>
                  <a:ext uri="{FF2B5EF4-FFF2-40B4-BE49-F238E27FC236}">
                    <a16:creationId xmlns:a16="http://schemas.microsoft.com/office/drawing/2014/main" id="{73642BC2-56BF-ACAD-D46F-8A0F1398E32F}"/>
                  </a:ext>
                </a:extLst>
              </p:cNvPr>
              <p:cNvSpPr/>
              <p:nvPr/>
            </p:nvSpPr>
            <p:spPr>
              <a:xfrm>
                <a:off x="6901809" y="2126099"/>
                <a:ext cx="51605" cy="30772"/>
              </a:xfrm>
              <a:custGeom>
                <a:avLst/>
                <a:gdLst/>
                <a:ahLst/>
                <a:cxnLst/>
                <a:rect l="l" t="t" r="r" b="b"/>
                <a:pathLst>
                  <a:path w="1620" h="966" extrusionOk="0">
                    <a:moveTo>
                      <a:pt x="1179" y="358"/>
                    </a:moveTo>
                    <a:cubicBezTo>
                      <a:pt x="1239" y="358"/>
                      <a:pt x="1286" y="394"/>
                      <a:pt x="1286" y="453"/>
                    </a:cubicBezTo>
                    <a:lnTo>
                      <a:pt x="1286" y="536"/>
                    </a:lnTo>
                    <a:cubicBezTo>
                      <a:pt x="1286" y="596"/>
                      <a:pt x="1239" y="632"/>
                      <a:pt x="1179" y="632"/>
                    </a:cubicBezTo>
                    <a:lnTo>
                      <a:pt x="453" y="632"/>
                    </a:lnTo>
                    <a:cubicBezTo>
                      <a:pt x="394" y="632"/>
                      <a:pt x="346" y="596"/>
                      <a:pt x="346" y="536"/>
                    </a:cubicBezTo>
                    <a:lnTo>
                      <a:pt x="346" y="453"/>
                    </a:lnTo>
                    <a:cubicBezTo>
                      <a:pt x="346" y="394"/>
                      <a:pt x="394" y="358"/>
                      <a:pt x="453" y="358"/>
                    </a:cubicBezTo>
                    <a:close/>
                    <a:moveTo>
                      <a:pt x="453" y="1"/>
                    </a:moveTo>
                    <a:cubicBezTo>
                      <a:pt x="215" y="1"/>
                      <a:pt x="1" y="191"/>
                      <a:pt x="1" y="441"/>
                    </a:cubicBezTo>
                    <a:lnTo>
                      <a:pt x="1" y="513"/>
                    </a:lnTo>
                    <a:cubicBezTo>
                      <a:pt x="1" y="751"/>
                      <a:pt x="191" y="965"/>
                      <a:pt x="453" y="965"/>
                    </a:cubicBezTo>
                    <a:lnTo>
                      <a:pt x="1179" y="965"/>
                    </a:lnTo>
                    <a:cubicBezTo>
                      <a:pt x="1417" y="965"/>
                      <a:pt x="1620" y="775"/>
                      <a:pt x="1620" y="513"/>
                    </a:cubicBezTo>
                    <a:lnTo>
                      <a:pt x="1620" y="441"/>
                    </a:lnTo>
                    <a:cubicBezTo>
                      <a:pt x="1620" y="203"/>
                      <a:pt x="1429" y="1"/>
                      <a:pt x="117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9006;p80">
                <a:extLst>
                  <a:ext uri="{FF2B5EF4-FFF2-40B4-BE49-F238E27FC236}">
                    <a16:creationId xmlns:a16="http://schemas.microsoft.com/office/drawing/2014/main" id="{4FE61059-FDB5-CCBD-9E2D-424F4F985489}"/>
                  </a:ext>
                </a:extLst>
              </p:cNvPr>
              <p:cNvSpPr/>
              <p:nvPr/>
            </p:nvSpPr>
            <p:spPr>
              <a:xfrm>
                <a:off x="6959849" y="2057452"/>
                <a:ext cx="43641" cy="99419"/>
              </a:xfrm>
              <a:custGeom>
                <a:avLst/>
                <a:gdLst/>
                <a:ahLst/>
                <a:cxnLst/>
                <a:rect l="l" t="t" r="r" b="b"/>
                <a:pathLst>
                  <a:path w="1370" h="3121" extrusionOk="0">
                    <a:moveTo>
                      <a:pt x="965" y="334"/>
                    </a:moveTo>
                    <a:cubicBezTo>
                      <a:pt x="1000" y="334"/>
                      <a:pt x="1048" y="382"/>
                      <a:pt x="1048" y="429"/>
                    </a:cubicBezTo>
                    <a:lnTo>
                      <a:pt x="1048" y="2703"/>
                    </a:lnTo>
                    <a:cubicBezTo>
                      <a:pt x="1048" y="2751"/>
                      <a:pt x="1000" y="2787"/>
                      <a:pt x="965" y="2787"/>
                    </a:cubicBezTo>
                    <a:lnTo>
                      <a:pt x="429" y="2787"/>
                    </a:lnTo>
                    <a:cubicBezTo>
                      <a:pt x="369" y="2775"/>
                      <a:pt x="334" y="2751"/>
                      <a:pt x="334" y="2703"/>
                    </a:cubicBezTo>
                    <a:lnTo>
                      <a:pt x="334" y="429"/>
                    </a:lnTo>
                    <a:cubicBezTo>
                      <a:pt x="334" y="382"/>
                      <a:pt x="381" y="334"/>
                      <a:pt x="429" y="334"/>
                    </a:cubicBezTo>
                    <a:close/>
                    <a:moveTo>
                      <a:pt x="417" y="1"/>
                    </a:moveTo>
                    <a:cubicBezTo>
                      <a:pt x="179" y="1"/>
                      <a:pt x="0" y="203"/>
                      <a:pt x="0" y="429"/>
                    </a:cubicBezTo>
                    <a:lnTo>
                      <a:pt x="0" y="2703"/>
                    </a:lnTo>
                    <a:cubicBezTo>
                      <a:pt x="0" y="2941"/>
                      <a:pt x="191" y="3120"/>
                      <a:pt x="417" y="3120"/>
                    </a:cubicBezTo>
                    <a:lnTo>
                      <a:pt x="953" y="3120"/>
                    </a:lnTo>
                    <a:cubicBezTo>
                      <a:pt x="1191" y="3120"/>
                      <a:pt x="1369" y="2930"/>
                      <a:pt x="1369" y="2703"/>
                    </a:cubicBezTo>
                    <a:lnTo>
                      <a:pt x="1369" y="429"/>
                    </a:lnTo>
                    <a:cubicBezTo>
                      <a:pt x="1369" y="179"/>
                      <a:pt x="1167" y="1"/>
                      <a:pt x="95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9007;p80">
                <a:extLst>
                  <a:ext uri="{FF2B5EF4-FFF2-40B4-BE49-F238E27FC236}">
                    <a16:creationId xmlns:a16="http://schemas.microsoft.com/office/drawing/2014/main" id="{2EBE49B9-8D0A-FD38-6920-DB6911C3567E}"/>
                  </a:ext>
                </a:extLst>
              </p:cNvPr>
              <p:cNvSpPr/>
              <p:nvPr/>
            </p:nvSpPr>
            <p:spPr>
              <a:xfrm>
                <a:off x="6835805" y="2075291"/>
                <a:ext cx="29243" cy="10257"/>
              </a:xfrm>
              <a:custGeom>
                <a:avLst/>
                <a:gdLst/>
                <a:ahLst/>
                <a:cxnLst/>
                <a:rect l="l" t="t" r="r" b="b"/>
                <a:pathLst>
                  <a:path w="918" h="322" extrusionOk="0">
                    <a:moveTo>
                      <a:pt x="168" y="0"/>
                    </a:moveTo>
                    <a:cubicBezTo>
                      <a:pt x="84" y="0"/>
                      <a:pt x="1" y="72"/>
                      <a:pt x="1" y="167"/>
                    </a:cubicBezTo>
                    <a:cubicBezTo>
                      <a:pt x="1" y="250"/>
                      <a:pt x="84" y="322"/>
                      <a:pt x="168" y="322"/>
                    </a:cubicBezTo>
                    <a:lnTo>
                      <a:pt x="751" y="322"/>
                    </a:lnTo>
                    <a:cubicBezTo>
                      <a:pt x="834" y="322"/>
                      <a:pt x="918" y="250"/>
                      <a:pt x="918" y="167"/>
                    </a:cubicBezTo>
                    <a:cubicBezTo>
                      <a:pt x="918" y="72"/>
                      <a:pt x="834" y="0"/>
                      <a:pt x="7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9008;p80">
                <a:extLst>
                  <a:ext uri="{FF2B5EF4-FFF2-40B4-BE49-F238E27FC236}">
                    <a16:creationId xmlns:a16="http://schemas.microsoft.com/office/drawing/2014/main" id="{E3069FEA-1387-B794-7924-81BC1C22A18E}"/>
                  </a:ext>
                </a:extLst>
              </p:cNvPr>
              <p:cNvSpPr/>
              <p:nvPr/>
            </p:nvSpPr>
            <p:spPr>
              <a:xfrm>
                <a:off x="6700422" y="2074908"/>
                <a:ext cx="11022" cy="10257"/>
              </a:xfrm>
              <a:custGeom>
                <a:avLst/>
                <a:gdLst/>
                <a:ahLst/>
                <a:cxnLst/>
                <a:rect l="l" t="t" r="r" b="b"/>
                <a:pathLst>
                  <a:path w="346" h="322" extrusionOk="0">
                    <a:moveTo>
                      <a:pt x="167" y="0"/>
                    </a:moveTo>
                    <a:cubicBezTo>
                      <a:pt x="72" y="0"/>
                      <a:pt x="0" y="72"/>
                      <a:pt x="0" y="155"/>
                    </a:cubicBezTo>
                    <a:cubicBezTo>
                      <a:pt x="0" y="250"/>
                      <a:pt x="72" y="322"/>
                      <a:pt x="167" y="322"/>
                    </a:cubicBezTo>
                    <a:lnTo>
                      <a:pt x="179" y="322"/>
                    </a:lnTo>
                    <a:cubicBezTo>
                      <a:pt x="262" y="322"/>
                      <a:pt x="346" y="250"/>
                      <a:pt x="346" y="155"/>
                    </a:cubicBezTo>
                    <a:cubicBezTo>
                      <a:pt x="346" y="72"/>
                      <a:pt x="286" y="0"/>
                      <a:pt x="17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9009;p80">
                <a:extLst>
                  <a:ext uri="{FF2B5EF4-FFF2-40B4-BE49-F238E27FC236}">
                    <a16:creationId xmlns:a16="http://schemas.microsoft.com/office/drawing/2014/main" id="{D1F54BE5-3F24-EF67-3953-99165FB9FCD2}"/>
                  </a:ext>
                </a:extLst>
              </p:cNvPr>
              <p:cNvSpPr/>
              <p:nvPr/>
            </p:nvSpPr>
            <p:spPr>
              <a:xfrm>
                <a:off x="6706092" y="2098417"/>
                <a:ext cx="151375" cy="89162"/>
              </a:xfrm>
              <a:custGeom>
                <a:avLst/>
                <a:gdLst/>
                <a:ahLst/>
                <a:cxnLst/>
                <a:rect l="l" t="t" r="r" b="b"/>
                <a:pathLst>
                  <a:path w="4752" h="2799" extrusionOk="0">
                    <a:moveTo>
                      <a:pt x="2119" y="0"/>
                    </a:moveTo>
                    <a:cubicBezTo>
                      <a:pt x="2047" y="0"/>
                      <a:pt x="1977" y="45"/>
                      <a:pt x="1966" y="131"/>
                    </a:cubicBezTo>
                    <a:lnTo>
                      <a:pt x="1573" y="1977"/>
                    </a:lnTo>
                    <a:lnTo>
                      <a:pt x="1239" y="941"/>
                    </a:lnTo>
                    <a:cubicBezTo>
                      <a:pt x="1214" y="859"/>
                      <a:pt x="1142" y="817"/>
                      <a:pt x="1071" y="817"/>
                    </a:cubicBezTo>
                    <a:cubicBezTo>
                      <a:pt x="1008" y="817"/>
                      <a:pt x="946" y="850"/>
                      <a:pt x="918" y="917"/>
                    </a:cubicBezTo>
                    <a:lnTo>
                      <a:pt x="501" y="1846"/>
                    </a:lnTo>
                    <a:lnTo>
                      <a:pt x="168" y="1846"/>
                    </a:lnTo>
                    <a:cubicBezTo>
                      <a:pt x="72" y="1846"/>
                      <a:pt x="1" y="1917"/>
                      <a:pt x="1" y="2013"/>
                    </a:cubicBezTo>
                    <a:cubicBezTo>
                      <a:pt x="1" y="2096"/>
                      <a:pt x="72" y="2167"/>
                      <a:pt x="168" y="2167"/>
                    </a:cubicBezTo>
                    <a:lnTo>
                      <a:pt x="608" y="2167"/>
                    </a:lnTo>
                    <a:cubicBezTo>
                      <a:pt x="680" y="2167"/>
                      <a:pt x="739" y="2132"/>
                      <a:pt x="763" y="2072"/>
                    </a:cubicBezTo>
                    <a:lnTo>
                      <a:pt x="1037" y="1441"/>
                    </a:lnTo>
                    <a:lnTo>
                      <a:pt x="1442" y="2679"/>
                    </a:lnTo>
                    <a:cubicBezTo>
                      <a:pt x="1470" y="2760"/>
                      <a:pt x="1541" y="2799"/>
                      <a:pt x="1610" y="2799"/>
                    </a:cubicBezTo>
                    <a:cubicBezTo>
                      <a:pt x="1684" y="2799"/>
                      <a:pt x="1757" y="2754"/>
                      <a:pt x="1775" y="2667"/>
                    </a:cubicBezTo>
                    <a:lnTo>
                      <a:pt x="2096" y="1084"/>
                    </a:lnTo>
                    <a:lnTo>
                      <a:pt x="2227" y="1917"/>
                    </a:lnTo>
                    <a:cubicBezTo>
                      <a:pt x="2251" y="2013"/>
                      <a:pt x="2323" y="2072"/>
                      <a:pt x="2394" y="2072"/>
                    </a:cubicBezTo>
                    <a:lnTo>
                      <a:pt x="3049" y="2072"/>
                    </a:lnTo>
                    <a:cubicBezTo>
                      <a:pt x="3144" y="2072"/>
                      <a:pt x="3204" y="2013"/>
                      <a:pt x="3216" y="1941"/>
                    </a:cubicBezTo>
                    <a:lnTo>
                      <a:pt x="3287" y="1501"/>
                    </a:lnTo>
                    <a:lnTo>
                      <a:pt x="3501" y="2453"/>
                    </a:lnTo>
                    <a:cubicBezTo>
                      <a:pt x="3514" y="2543"/>
                      <a:pt x="3586" y="2588"/>
                      <a:pt x="3660" y="2588"/>
                    </a:cubicBezTo>
                    <a:cubicBezTo>
                      <a:pt x="3724" y="2588"/>
                      <a:pt x="3790" y="2555"/>
                      <a:pt x="3823" y="2489"/>
                    </a:cubicBezTo>
                    <a:lnTo>
                      <a:pt x="4037" y="2036"/>
                    </a:lnTo>
                    <a:lnTo>
                      <a:pt x="4585" y="2036"/>
                    </a:lnTo>
                    <a:cubicBezTo>
                      <a:pt x="4668" y="2036"/>
                      <a:pt x="4752" y="1965"/>
                      <a:pt x="4752" y="1870"/>
                    </a:cubicBezTo>
                    <a:cubicBezTo>
                      <a:pt x="4752" y="1786"/>
                      <a:pt x="4668" y="1715"/>
                      <a:pt x="4585" y="1715"/>
                    </a:cubicBezTo>
                    <a:lnTo>
                      <a:pt x="3918" y="1715"/>
                    </a:lnTo>
                    <a:cubicBezTo>
                      <a:pt x="3775" y="1715"/>
                      <a:pt x="3763" y="1858"/>
                      <a:pt x="3740" y="1905"/>
                    </a:cubicBezTo>
                    <a:lnTo>
                      <a:pt x="3454" y="632"/>
                    </a:lnTo>
                    <a:cubicBezTo>
                      <a:pt x="3430" y="542"/>
                      <a:pt x="3356" y="498"/>
                      <a:pt x="3283" y="498"/>
                    </a:cubicBezTo>
                    <a:cubicBezTo>
                      <a:pt x="3210" y="498"/>
                      <a:pt x="3138" y="542"/>
                      <a:pt x="3120" y="632"/>
                    </a:cubicBezTo>
                    <a:lnTo>
                      <a:pt x="2918" y="1739"/>
                    </a:lnTo>
                    <a:lnTo>
                      <a:pt x="2549" y="1739"/>
                    </a:lnTo>
                    <a:lnTo>
                      <a:pt x="2287" y="155"/>
                    </a:lnTo>
                    <a:cubicBezTo>
                      <a:pt x="2275" y="51"/>
                      <a:pt x="2196" y="0"/>
                      <a:pt x="211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9010;p80">
                <a:extLst>
                  <a:ext uri="{FF2B5EF4-FFF2-40B4-BE49-F238E27FC236}">
                    <a16:creationId xmlns:a16="http://schemas.microsoft.com/office/drawing/2014/main" id="{5228B93E-CB49-67A2-2F42-E237BB0FE5A5}"/>
                  </a:ext>
                </a:extLst>
              </p:cNvPr>
              <p:cNvSpPr/>
              <p:nvPr/>
            </p:nvSpPr>
            <p:spPr>
              <a:xfrm>
                <a:off x="6656812" y="2029388"/>
                <a:ext cx="368690" cy="245793"/>
              </a:xfrm>
              <a:custGeom>
                <a:avLst/>
                <a:gdLst/>
                <a:ahLst/>
                <a:cxnLst/>
                <a:rect l="l" t="t" r="r" b="b"/>
                <a:pathLst>
                  <a:path w="11574" h="7716" extrusionOk="0">
                    <a:moveTo>
                      <a:pt x="3286" y="7180"/>
                    </a:moveTo>
                    <a:lnTo>
                      <a:pt x="3286" y="7394"/>
                    </a:lnTo>
                    <a:lnTo>
                      <a:pt x="1596" y="7394"/>
                    </a:lnTo>
                    <a:lnTo>
                      <a:pt x="1596" y="7180"/>
                    </a:lnTo>
                    <a:close/>
                    <a:moveTo>
                      <a:pt x="9966" y="7180"/>
                    </a:moveTo>
                    <a:lnTo>
                      <a:pt x="9966" y="7394"/>
                    </a:lnTo>
                    <a:lnTo>
                      <a:pt x="8275" y="7394"/>
                    </a:lnTo>
                    <a:lnTo>
                      <a:pt x="8275" y="7180"/>
                    </a:lnTo>
                    <a:close/>
                    <a:moveTo>
                      <a:pt x="548" y="1"/>
                    </a:moveTo>
                    <a:cubicBezTo>
                      <a:pt x="250" y="1"/>
                      <a:pt x="0" y="251"/>
                      <a:pt x="0" y="548"/>
                    </a:cubicBezTo>
                    <a:lnTo>
                      <a:pt x="0" y="6632"/>
                    </a:lnTo>
                    <a:cubicBezTo>
                      <a:pt x="0" y="6930"/>
                      <a:pt x="250" y="7180"/>
                      <a:pt x="548" y="7180"/>
                    </a:cubicBezTo>
                    <a:lnTo>
                      <a:pt x="1250" y="7180"/>
                    </a:lnTo>
                    <a:lnTo>
                      <a:pt x="1250" y="7561"/>
                    </a:lnTo>
                    <a:cubicBezTo>
                      <a:pt x="1250" y="7644"/>
                      <a:pt x="1322" y="7716"/>
                      <a:pt x="1417" y="7716"/>
                    </a:cubicBezTo>
                    <a:lnTo>
                      <a:pt x="3453" y="7716"/>
                    </a:lnTo>
                    <a:cubicBezTo>
                      <a:pt x="3536" y="7716"/>
                      <a:pt x="3608" y="7644"/>
                      <a:pt x="3608" y="7561"/>
                    </a:cubicBezTo>
                    <a:lnTo>
                      <a:pt x="3608" y="7180"/>
                    </a:lnTo>
                    <a:lnTo>
                      <a:pt x="7930" y="7180"/>
                    </a:lnTo>
                    <a:lnTo>
                      <a:pt x="7930" y="7561"/>
                    </a:lnTo>
                    <a:cubicBezTo>
                      <a:pt x="7930" y="7644"/>
                      <a:pt x="8001" y="7716"/>
                      <a:pt x="8096" y="7716"/>
                    </a:cubicBezTo>
                    <a:lnTo>
                      <a:pt x="10132" y="7716"/>
                    </a:lnTo>
                    <a:cubicBezTo>
                      <a:pt x="10216" y="7716"/>
                      <a:pt x="10299" y="7644"/>
                      <a:pt x="10299" y="7561"/>
                    </a:cubicBezTo>
                    <a:lnTo>
                      <a:pt x="10299" y="7180"/>
                    </a:lnTo>
                    <a:lnTo>
                      <a:pt x="10990" y="7180"/>
                    </a:lnTo>
                    <a:cubicBezTo>
                      <a:pt x="11287" y="7180"/>
                      <a:pt x="11549" y="6930"/>
                      <a:pt x="11549" y="6632"/>
                    </a:cubicBezTo>
                    <a:lnTo>
                      <a:pt x="11549" y="548"/>
                    </a:lnTo>
                    <a:cubicBezTo>
                      <a:pt x="11573" y="251"/>
                      <a:pt x="11323" y="1"/>
                      <a:pt x="11025" y="1"/>
                    </a:cubicBezTo>
                    <a:lnTo>
                      <a:pt x="7620" y="1"/>
                    </a:lnTo>
                    <a:cubicBezTo>
                      <a:pt x="7525" y="1"/>
                      <a:pt x="7453" y="72"/>
                      <a:pt x="7453" y="155"/>
                    </a:cubicBezTo>
                    <a:cubicBezTo>
                      <a:pt x="7453" y="251"/>
                      <a:pt x="7525" y="322"/>
                      <a:pt x="7620" y="322"/>
                    </a:cubicBezTo>
                    <a:lnTo>
                      <a:pt x="11025" y="322"/>
                    </a:lnTo>
                    <a:cubicBezTo>
                      <a:pt x="11144" y="322"/>
                      <a:pt x="11240" y="417"/>
                      <a:pt x="11240" y="536"/>
                    </a:cubicBezTo>
                    <a:lnTo>
                      <a:pt x="11240" y="6620"/>
                    </a:lnTo>
                    <a:cubicBezTo>
                      <a:pt x="11240" y="6739"/>
                      <a:pt x="11144" y="6823"/>
                      <a:pt x="11025" y="6823"/>
                    </a:cubicBezTo>
                    <a:lnTo>
                      <a:pt x="548" y="6823"/>
                    </a:lnTo>
                    <a:cubicBezTo>
                      <a:pt x="429" y="6823"/>
                      <a:pt x="334" y="6739"/>
                      <a:pt x="334" y="6620"/>
                    </a:cubicBezTo>
                    <a:lnTo>
                      <a:pt x="334" y="536"/>
                    </a:lnTo>
                    <a:cubicBezTo>
                      <a:pt x="334" y="417"/>
                      <a:pt x="429" y="322"/>
                      <a:pt x="548" y="322"/>
                    </a:cubicBezTo>
                    <a:lnTo>
                      <a:pt x="6870" y="322"/>
                    </a:lnTo>
                    <a:cubicBezTo>
                      <a:pt x="6965" y="322"/>
                      <a:pt x="7037" y="251"/>
                      <a:pt x="7037" y="155"/>
                    </a:cubicBezTo>
                    <a:cubicBezTo>
                      <a:pt x="7037" y="72"/>
                      <a:pt x="6965" y="1"/>
                      <a:pt x="6870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9011;p80">
                <a:extLst>
                  <a:ext uri="{FF2B5EF4-FFF2-40B4-BE49-F238E27FC236}">
                    <a16:creationId xmlns:a16="http://schemas.microsoft.com/office/drawing/2014/main" id="{DA4817C8-AABB-2E3E-5EFA-441F0A63247A}"/>
                  </a:ext>
                </a:extLst>
              </p:cNvPr>
              <p:cNvSpPr/>
              <p:nvPr/>
            </p:nvSpPr>
            <p:spPr>
              <a:xfrm>
                <a:off x="6681819" y="2057070"/>
                <a:ext cx="199540" cy="172622"/>
              </a:xfrm>
              <a:custGeom>
                <a:avLst/>
                <a:gdLst/>
                <a:ahLst/>
                <a:cxnLst/>
                <a:rect l="l" t="t" r="r" b="b"/>
                <a:pathLst>
                  <a:path w="6264" h="5419" extrusionOk="0">
                    <a:moveTo>
                      <a:pt x="168" y="1"/>
                    </a:moveTo>
                    <a:cubicBezTo>
                      <a:pt x="72" y="1"/>
                      <a:pt x="1" y="84"/>
                      <a:pt x="1" y="167"/>
                    </a:cubicBezTo>
                    <a:lnTo>
                      <a:pt x="1" y="1691"/>
                    </a:lnTo>
                    <a:cubicBezTo>
                      <a:pt x="1" y="1775"/>
                      <a:pt x="72" y="1846"/>
                      <a:pt x="168" y="1846"/>
                    </a:cubicBezTo>
                    <a:cubicBezTo>
                      <a:pt x="251" y="1846"/>
                      <a:pt x="334" y="1775"/>
                      <a:pt x="334" y="1691"/>
                    </a:cubicBezTo>
                    <a:lnTo>
                      <a:pt x="334" y="346"/>
                    </a:lnTo>
                    <a:lnTo>
                      <a:pt x="5942" y="346"/>
                    </a:lnTo>
                    <a:lnTo>
                      <a:pt x="5942" y="5097"/>
                    </a:lnTo>
                    <a:lnTo>
                      <a:pt x="334" y="5097"/>
                    </a:lnTo>
                    <a:lnTo>
                      <a:pt x="334" y="2465"/>
                    </a:lnTo>
                    <a:cubicBezTo>
                      <a:pt x="334" y="2370"/>
                      <a:pt x="251" y="2299"/>
                      <a:pt x="168" y="2299"/>
                    </a:cubicBezTo>
                    <a:cubicBezTo>
                      <a:pt x="72" y="2299"/>
                      <a:pt x="1" y="2370"/>
                      <a:pt x="1" y="2465"/>
                    </a:cubicBezTo>
                    <a:lnTo>
                      <a:pt x="1" y="5263"/>
                    </a:lnTo>
                    <a:cubicBezTo>
                      <a:pt x="1" y="5347"/>
                      <a:pt x="72" y="5418"/>
                      <a:pt x="168" y="5418"/>
                    </a:cubicBezTo>
                    <a:lnTo>
                      <a:pt x="6109" y="5418"/>
                    </a:lnTo>
                    <a:cubicBezTo>
                      <a:pt x="6192" y="5418"/>
                      <a:pt x="6264" y="5347"/>
                      <a:pt x="6264" y="5263"/>
                    </a:cubicBezTo>
                    <a:lnTo>
                      <a:pt x="6264" y="167"/>
                    </a:lnTo>
                    <a:cubicBezTo>
                      <a:pt x="6264" y="84"/>
                      <a:pt x="6192" y="1"/>
                      <a:pt x="610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7" name="CuadroTexto 56">
              <a:extLst>
                <a:ext uri="{FF2B5EF4-FFF2-40B4-BE49-F238E27FC236}">
                  <a16:creationId xmlns:a16="http://schemas.microsoft.com/office/drawing/2014/main" id="{C6A55F6E-E242-055C-33DC-1F6D7BFE115B}"/>
                </a:ext>
              </a:extLst>
            </p:cNvPr>
            <p:cNvSpPr txBox="1"/>
            <p:nvPr/>
          </p:nvSpPr>
          <p:spPr>
            <a:xfrm>
              <a:off x="8500730" y="4413114"/>
              <a:ext cx="16825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L" dirty="0">
                  <a:solidFill>
                    <a:schemeClr val="bg1"/>
                  </a:solidFill>
                </a:rPr>
                <a:t>Experimental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37470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064235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L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L" noProof="0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L" noProof="0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L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L" noProof="0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L" noProof="0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L" noProof="0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4BB7545A-30F0-16D4-1469-664F909A1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anchor="ctr">
            <a:normAutofit/>
          </a:bodyPr>
          <a:lstStyle/>
          <a:p>
            <a:r>
              <a:rPr lang="es-CL" sz="4800" noProof="0" dirty="0">
                <a:solidFill>
                  <a:schemeClr val="bg1"/>
                </a:solidFill>
              </a:rPr>
              <a:t>Bibliografía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F75509-DFC3-D082-0CC8-EB4272EBDE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4409" y="841247"/>
            <a:ext cx="5546615" cy="534009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CL" sz="1800" i="1" noProof="0" dirty="0">
                <a:solidFill>
                  <a:schemeClr val="tx2"/>
                </a:solidFill>
              </a:rPr>
              <a:t>Fletcher, N. H., &amp; Rossing, T. D. (1990). The </a:t>
            </a:r>
            <a:r>
              <a:rPr lang="es-CL" sz="1800" i="1" noProof="0" dirty="0" err="1">
                <a:solidFill>
                  <a:schemeClr val="tx2"/>
                </a:solidFill>
              </a:rPr>
              <a:t>physics</a:t>
            </a:r>
            <a:r>
              <a:rPr lang="es-CL" sz="1800" i="1" noProof="0" dirty="0">
                <a:solidFill>
                  <a:schemeClr val="tx2"/>
                </a:solidFill>
              </a:rPr>
              <a:t> </a:t>
            </a:r>
            <a:r>
              <a:rPr lang="es-CL" sz="1800" i="1" noProof="0" dirty="0" err="1">
                <a:solidFill>
                  <a:schemeClr val="tx2"/>
                </a:solidFill>
              </a:rPr>
              <a:t>of</a:t>
            </a:r>
            <a:r>
              <a:rPr lang="es-CL" sz="1800" i="1" noProof="0" dirty="0">
                <a:solidFill>
                  <a:schemeClr val="tx2"/>
                </a:solidFill>
              </a:rPr>
              <a:t> musical </a:t>
            </a:r>
            <a:r>
              <a:rPr lang="es-CL" sz="1800" i="1" noProof="0" dirty="0" err="1">
                <a:solidFill>
                  <a:schemeClr val="tx2"/>
                </a:solidFill>
              </a:rPr>
              <a:t>instruments</a:t>
            </a:r>
            <a:r>
              <a:rPr lang="es-CL" sz="1800" i="1" noProof="0" dirty="0">
                <a:solidFill>
                  <a:schemeClr val="tx2"/>
                </a:solidFill>
              </a:rPr>
              <a:t>. Springer-</a:t>
            </a:r>
            <a:r>
              <a:rPr lang="es-CL" sz="1800" i="1" noProof="0" dirty="0" err="1">
                <a:solidFill>
                  <a:schemeClr val="tx2"/>
                </a:solidFill>
              </a:rPr>
              <a:t>Verlag</a:t>
            </a:r>
            <a:r>
              <a:rPr lang="es-CL" sz="1800" i="1" noProof="0" dirty="0">
                <a:solidFill>
                  <a:schemeClr val="tx2"/>
                </a:solidFill>
              </a:rPr>
              <a:t>. </a:t>
            </a:r>
            <a:r>
              <a:rPr lang="es-CL" sz="1800" i="1" noProof="0" dirty="0">
                <a:solidFill>
                  <a:schemeClr val="tx2"/>
                </a:solidFill>
                <a:hlinkClick r:id="rId2"/>
              </a:rPr>
              <a:t>https://csclub.uwaterloo.ca/~pbarfuss/The_Physics_of_Musical_Instruments.pdf</a:t>
            </a:r>
            <a:r>
              <a:rPr lang="es-CL" sz="1800" i="1" noProof="0" dirty="0">
                <a:solidFill>
                  <a:schemeClr val="tx2"/>
                </a:solidFill>
              </a:rPr>
              <a:t> </a:t>
            </a:r>
          </a:p>
          <a:p>
            <a:pPr marL="0" indent="0">
              <a:buNone/>
            </a:pPr>
            <a:r>
              <a:rPr lang="es-CL" sz="1800" i="1" noProof="0" dirty="0">
                <a:solidFill>
                  <a:schemeClr val="tx2"/>
                </a:solidFill>
              </a:rPr>
              <a:t>Google. (2026). [Imagen generada por IA de una guitarra acústica con malla de elementos finitos y mapa de color]. Gemini.</a:t>
            </a:r>
          </a:p>
          <a:p>
            <a:pPr marL="0" indent="0">
              <a:buNone/>
            </a:pPr>
            <a:r>
              <a:rPr lang="es-CL" sz="1800" i="1" noProof="0" dirty="0">
                <a:solidFill>
                  <a:schemeClr val="tx2"/>
                </a:solidFill>
              </a:rPr>
              <a:t>Instituto de Acústica. (s.f.). Infraestructura y laboratorios. Universidad Austral de Chile. Recuperado el 10 de septiembre de 2026, de </a:t>
            </a:r>
            <a:r>
              <a:rPr lang="es-CL" sz="1800" i="1" noProof="0" dirty="0">
                <a:solidFill>
                  <a:schemeClr val="tx2"/>
                </a:solidFill>
                <a:hlinkClick r:id="rId3"/>
              </a:rPr>
              <a:t>https://www.acusticauach.cl/?page_id=189</a:t>
            </a:r>
            <a:endParaRPr lang="es-CL" sz="1800" i="1" noProof="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971462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224</Words>
  <Application>Microsoft Office PowerPoint</Application>
  <PresentationFormat>Panorámica</PresentationFormat>
  <Paragraphs>23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Tema de Office</vt:lpstr>
      <vt:lpstr>Vibroacústica y Métodos de los Elementos Finitos</vt:lpstr>
      <vt:lpstr>Introducción</vt:lpstr>
      <vt:lpstr>Métodos de los elementos finitos</vt:lpstr>
      <vt:lpstr>Validación experimental</vt:lpstr>
      <vt:lpstr>Materiales y métodos </vt:lpstr>
      <vt:lpstr>Bibliografía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Matías Fonseca C.</dc:creator>
  <cp:lastModifiedBy>Matías Fonseca C.</cp:lastModifiedBy>
  <cp:revision>1</cp:revision>
  <dcterms:created xsi:type="dcterms:W3CDTF">2026-09-10T02:56:04Z</dcterms:created>
  <dcterms:modified xsi:type="dcterms:W3CDTF">2026-09-10T14:44:23Z</dcterms:modified>
</cp:coreProperties>
</file>